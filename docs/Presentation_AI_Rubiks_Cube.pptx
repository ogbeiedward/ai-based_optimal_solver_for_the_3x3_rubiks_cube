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4"/>
  </p:sldMasterIdLst>
  <p:notesMasterIdLst>
    <p:notesMasterId r:id="rId15"/>
  </p:notesMasterIdLst>
  <p:handoutMasterIdLst>
    <p:handoutMasterId r:id="rId16"/>
  </p:handoutMasterIdLst>
  <p:sldIdLst>
    <p:sldId id="399" r:id="rId5"/>
    <p:sldId id="400" r:id="rId13"/>
    <p:sldId id="401" r:id="rId14"/>
    <p:sldId id="402" r:id="rId12"/>
    <p:sldId id="403" r:id="rId11"/>
    <p:sldId id="404" r:id="rId10"/>
    <p:sldId id="405" r:id="rId9"/>
    <p:sldId id="406" r:id="rId8"/>
    <p:sldId id="407" r:id="rId7"/>
  </p:sldIdLst>
  <p:sldSz cx="12192000" cy="6858000"/>
  <p:notesSz cx="6858000" cy="9144000"/>
  <p:custDataLst>
    <p:tags r:id="rId17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A77D4"/>
  </p:clrMru>
  <p:extLst>
    <p:ext uri="{E76CE94A-603C-4142-B9EB-6D1370010A27}">
      <p14:discardImageEditData xmlns:p14="http://schemas.microsoft.com/office/powerpoint/2010/main" val="1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530"/>
    <p:restoredTop sz="68615" autoAdjust="0"/>
  </p:normalViewPr>
  <p:slideViewPr>
    <p:cSldViewPr snapToGrid="0" showGuides="1">
      <p:cViewPr varScale="1">
        <p:scale>
          <a:sx n="55" d="100"/>
          <a:sy n="55" d="100"/>
        </p:scale>
        <p:origin x="1550" y="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7" Type="http://schemas.openxmlformats.org/officeDocument/2006/relationships/slide" Target="slides/slide9.xml"/><Relationship Id="rId8" Type="http://schemas.openxmlformats.org/officeDocument/2006/relationships/slide" Target="slides/slide8.xml"/><Relationship Id="rId9" Type="http://schemas.openxmlformats.org/officeDocument/2006/relationships/slide" Target="slides/slide7.xml"/><Relationship Id="rId10" Type="http://schemas.openxmlformats.org/officeDocument/2006/relationships/slide" Target="slides/slide6.xml"/><Relationship Id="rId11" Type="http://schemas.openxmlformats.org/officeDocument/2006/relationships/slide" Target="slides/slide5.xml"/><Relationship Id="rId12" Type="http://schemas.openxmlformats.org/officeDocument/2006/relationships/slide" Target="slides/slide4.xml"/><Relationship Id="rId13" Type="http://schemas.openxmlformats.org/officeDocument/2006/relationships/slide" Target="slides/slide2.xml"/><Relationship Id="rId14" Type="http://schemas.openxmlformats.org/officeDocument/2006/relationships/slide" Target="slides/slide3.xml"/><Relationship Id="rId15" Type="http://schemas.openxmlformats.org/officeDocument/2006/relationships/notesMaster" Target="notesMasters/notesMaster1.xml"/><Relationship Id="rId16" Type="http://schemas.openxmlformats.org/officeDocument/2006/relationships/handoutMaster" Target="handoutMasters/handoutMaster1.xml"/><Relationship Id="rId17" Type="http://schemas.openxmlformats.org/officeDocument/2006/relationships/tags" Target="tags/tag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368F83A-302B-D5C7-8388-31A7738B949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55529D8-29D3-4EF8-AFE4-9B04C334D78A}" type="datetimeFigureOut">
              <a:rPr lang="en-US" smtClean="0"/>
              <a:t>4/16/2026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90593AB-C6A0-9A15-AB36-A73DC45ECA7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 dirty="0"/>
              <a:t>Footer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EFA4FD5-91A7-B4C3-9946-947BB86E9AE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BCE52CC-DD0F-44B3-B13D-E7228EEC80E7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Header Placeholder 5">
            <a:extLst>
              <a:ext uri="{FF2B5EF4-FFF2-40B4-BE49-F238E27FC236}">
                <a16:creationId xmlns:a16="http://schemas.microsoft.com/office/drawing/2014/main" id="{7D257EEE-7A71-A801-1D30-27730853F45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US" altLang="zh-CN" dirty="0"/>
              <a:t>Header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336346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altLang="zh-CN" dirty="0"/>
              <a:t>Click to edit Master text styles</a:t>
            </a:r>
            <a:endParaRPr lang="zh-CN" altLang="en-US" dirty="0"/>
          </a:p>
          <a:p>
            <a:pPr lvl="1"/>
            <a:r>
              <a:rPr lang="en-US" altLang="zh-CN" dirty="0"/>
              <a:t>Second</a:t>
            </a:r>
            <a:r>
              <a:rPr lang="zh-CN" altLang="en-US" dirty="0"/>
              <a:t> </a:t>
            </a:r>
            <a:r>
              <a:rPr lang="en-US" altLang="zh-CN" dirty="0"/>
              <a:t>level</a:t>
            </a:r>
            <a:endParaRPr lang="zh-CN" altLang="en-US" dirty="0"/>
          </a:p>
          <a:p>
            <a:pPr lvl="2"/>
            <a:r>
              <a:rPr lang="en-US" altLang="zh-CN" dirty="0"/>
              <a:t>Third</a:t>
            </a:r>
            <a:r>
              <a:rPr lang="zh-CN" altLang="en-US" dirty="0"/>
              <a:t> </a:t>
            </a:r>
            <a:r>
              <a:rPr lang="en-US" altLang="zh-CN" dirty="0"/>
              <a:t>level</a:t>
            </a:r>
            <a:endParaRPr lang="zh-CN" altLang="en-US" dirty="0"/>
          </a:p>
          <a:p>
            <a:pPr lvl="3"/>
            <a:r>
              <a:rPr lang="en-US" altLang="zh-CN" dirty="0"/>
              <a:t>Fourth level</a:t>
            </a:r>
            <a:endParaRPr lang="zh-CN" altLang="en-US" dirty="0"/>
          </a:p>
          <a:p>
            <a:pPr lvl="4"/>
            <a:r>
              <a:rPr lang="en-US" altLang="zh-CN" dirty="0"/>
              <a:t>Fifth level</a:t>
            </a:r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93DABDA-89F0-4727-B28F-05A90B0069B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2D11F53F-2F00-3651-F337-81306AF8F1EE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EF805B-254D-4FE1-8316-FEA92B4B8253}" type="datetimeFigureOut">
              <a:rPr lang="en-US" smtClean="0"/>
              <a:t>4/15/2026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98959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3DABDA-89F0-4727-B28F-05A90B0069BB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8696347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shows the four main components.</a:t>
            </a:r>
          </a:p>
          <a:p/>
          <a:p>
            <a:r>
              <a:t>The Cube Engine is the mathematical heart - it stores the cube as four integer arrays (cp=corner permutation, co=corner orientation, ep=edge permutation, eo=edge orientation) and applies moves using precomputed permutation tables. Nothing graphical lives here.</a:t>
            </a:r>
          </a:p>
          <a:p/>
          <a:p>
            <a:r>
              <a:t>The Expert Solver is a bidirectional BFS that finds optimal solutions for shallow scrambles. It serves two roles: as the training oracle (generates labels) and as the reliable baseline in the UI.</a:t>
            </a:r>
          </a:p>
          <a:p/>
          <a:p>
            <a:r>
              <a:t>The Neural Solver is a 3-hidden-layer MLP trained via curriculum imitation learning. It has two inference modes: greedy (picks the single best move) and beam search (keeps k candidate paths).</a:t>
            </a:r>
          </a:p>
          <a:p/>
          <a:p>
            <a:r>
              <a:t>The Web Visualisation is a Python HTTP server plus a Three.js single-page app. The server exposes a REST API; the frontend renders 26 independent 3D cubie meshes and animates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cube engine never stores colours - it stores piece identities.</a:t>
            </a:r>
          </a:p>
          <a:p/>
          <a:p>
            <a:r>
              <a:t>cp (corner permutation): cp[3] = 5 means the corner piece originally called piece-5 is currently sitting in slot 3.</a:t>
            </a:r>
          </a:p>
          <a:p/>
          <a:p>
            <a:r>
              <a:t>co (corner orientation): each corner has three-fold rotational symmetry around its body diagonal. Orientation 0 = reference facelet (the U/D sticker) is on U or D face. Orientation 1 = rotated 120 degrees clockwise. Orientation 2 = 120 degrees counter-clockwise.</a:t>
            </a:r>
          </a:p>
          <a:p/>
          <a:p>
            <a:r>
              <a:t>ep/eo: same idea for edges (12 pieces, binary orientation - flipped or not).</a:t>
            </a:r>
          </a:p>
          <a:p/>
          <a:p>
            <a:r>
              <a:t>The three invariants are the group-theoretic constraints that make the cube a genuine group. They also define which states are reachable: there are exactly 43,252,003,274,489,856,000 legal configurations, derived by dividing the unconstrained count (8! x 3^8 x 12! x 2^12) by 12.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of the 18 moves is stored as a MoveDefinition: two permutation tuples (corner_perm and edge_perm) and two orientation-delta tuples (corner_orient and edge_orient).</a:t>
            </a:r>
          </a:p>
          <a:p/>
          <a:p>
            <a:r>
              <a:t>The composition formulas on this slide are the actual code logic in cube.py apply_move():</a:t>
            </a:r>
          </a:p>
          <a:p>
            <a:r>
              <a:t>  new_cp[i] = self.cp[ move_def.corner_perm[i] ]</a:t>
            </a:r>
          </a:p>
          <a:p>
            <a:r>
              <a:t>  new_co[i] = (self.co[ move_def.corner_perm[i] ] + move_def.corner_orient[i]) % 3</a:t>
            </a:r>
          </a:p>
          <a:p/>
          <a:p>
            <a:r>
              <a:t>Prime moves are derived by composing the base move three times (M3 = M^-1 for 90-deg moves). Double moves are M composed with itself. This keeps the move table algebraically consistent.</a:t>
            </a:r>
          </a:p>
          <a:p/>
          <a:p>
            <a:r>
              <a:t>Move pruning: never follow a move with its inverse on the same face (e.g. R then R'), and for commuting opposite faces (R and L), enforce a fixed order. This reduces the effective branching factor from 18 to ~15.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cube state goes through two transformations before reaching the neural network:</a:t>
            </a:r>
          </a:p>
          <a:p/>
          <a:p>
            <a:r>
              <a:t>Step 1 - cp/co/ep/eo -&gt; 54-char facelet string:</a:t>
            </a:r>
          </a:p>
          <a:p>
            <a:r>
              <a:t>  The to_kociemba_string() method reconstructs which colour appears on each of the 54 facelet positions (9 per face, 6 faces). The 6 fixed centres are always their canonical colour. Corners and edges contribute their 3 or 2 sticker colours, rotated by their current orientation.</a:t>
            </a:r>
          </a:p>
          <a:p/>
          <a:p>
            <a:r>
              <a:t>Step 2 - 54-char string -&gt; 324-dim one-hot vector:</a:t>
            </a:r>
          </a:p>
          <a:p>
            <a:r>
              <a:t>  Each facelet character (U/R/F/D/L/B) is mapped to index 0-5. A (54, 6) binary matrix is created with a single 1 per row and flattened to shape (324,) as float32.</a:t>
            </a:r>
          </a:p>
          <a:p/>
          <a:p>
            <a:r>
              <a:t>Why facelet encoding instead of cp/co/ep/eo directly? The facelet string is also needed by the Kociemba solver interface, so reusing it avoids a separate encoding step. The network can learn whatever internal representation it needs from the raw one-hot input.</a:t>
            </a:r>
          </a:p>
          <a:p/>
          <a:p>
            <a:r>
              <a:t>Limitation: the representation does not exploit the 48-element symmetry group of the cube. Augmenting training data with all 48 symmetry-equivalent states could reduce unique scrambles needed by 48x.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Architecture details:</a:t>
            </a:r>
          </a:p>
          <a:p/>
          <a:p>
            <a:r>
              <a:t>Input (324): one-hot encoded facelet vector. Shape (batch, 324) in PyTorch.</a:t>
            </a:r>
          </a:p>
          <a:p/>
          <a:p>
            <a:r>
              <a:t>Three hidden layers with ReLU:</a:t>
            </a:r>
          </a:p>
          <a:p>
            <a:r>
              <a:t>  ReLU(x) = max(0, x). Avoids vanishing gradients compared to sigmoid/tanh.</a:t>
            </a:r>
          </a:p>
          <a:p>
            <a:r>
              <a:t>  No dropout, no batch-norm. The dataset is large enough at training scale that overfitting is not a significant problem for this model size.</a:t>
            </a:r>
          </a:p>
          <a:p/>
          <a:p>
            <a:r>
              <a:t>Output (18): one logit per move in MOVE_LABELS order:</a:t>
            </a:r>
          </a:p>
          <a:p>
            <a:r>
              <a:t>  [U, U', U2, R, R', R2, F, F', F2, D, D', D2, L, L', L2, B, B', B2]</a:t>
            </a:r>
          </a:p>
          <a:p/>
          <a:p>
            <a:r>
              <a:t>Softmax converts logits to a probability distribution at inference time. During training, PyTorch's CrossEntropyLoss applies log-softmax internally for numerical stability.</a:t>
            </a:r>
          </a:p>
          <a:p/>
          <a:p>
            <a:r>
              <a:t>Loss: L = -sum_k y_k * log(p_k) where y is a one-hot label vector. Adam optimiser with lr=0.001, betas=(0.9, 0.999). Batch size 64.</a:t>
            </a:r>
          </a:p>
          <a:p/>
          <a:p>
            <a:r>
              <a:t>Total parameter count: ~184k. Intentionally small - the goal was a model trainable in under an hour on a laptop CPU, not a state-of-the-art result.</a:t>
            </a:r>
          </a:p>
          <a:p/>
          <a:p>
            <a:r>
              <a:t>RubiksMLP is defined in solvers/ai_solver.py. Weights saved with torch.save / torch.load.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key insight: we never need to teach the model to solve the whole cube at once. We just need it to predict the correct next move given the current state.</a:t>
            </a:r>
          </a:p>
          <a:p/>
          <a:p>
            <a:r>
              <a:t>The BFS solver (bidirectional BFS, max depth 14, 30-sec timeout) generates the full optimal solution. Only the first move of that solution is used as the training label.</a:t>
            </a:r>
          </a:p>
          <a:p/>
          <a:p>
            <a:r>
              <a:t>Why only the first move and not the full sequence?</a:t>
            </a:r>
          </a:p>
          <a:p>
            <a:r>
              <a:t>Because the model will be evaluated step-by-step at inference time. Using only the first-move label keeps the data clean and avoids label noise from non-optimal intermediate states.</a:t>
            </a:r>
          </a:p>
          <a:p/>
          <a:p>
            <a:r>
              <a:t>The 80% replacement rule prevents catastrophic forgetting while keeping the dataset fresh for the current difficulty level. Without it, depth-1 samples would overwhelm the loss signal from harder examples.</a:t>
            </a:r>
          </a:p>
          <a:p/>
          <a:p>
            <a:r>
              <a:t>Dataset files are numpy .npz archives with three arrays:</a:t>
            </a:r>
          </a:p>
          <a:p>
            <a:r>
              <a:t>  states  (N, 324) float32</a:t>
            </a:r>
          </a:p>
          <a:p>
            <a:r>
              <a:t>  labels  (N,)     int64   (values 0-17)</a:t>
            </a:r>
          </a:p>
          <a:p>
            <a:r>
              <a:t>  depths  (N,)     int32   (which depth level each sample came from)</a:t>
            </a:r>
          </a:p>
          <a:p/>
          <a:p>
            <a:r>
              <a:t>Regenerate with: python main.py generate_dataset --max-depth 8 --samples 1000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Curriculum learning rationale:</a:t>
            </a:r>
          </a:p>
          <a:p>
            <a:r>
              <a:t>Training on all depths simultaneously causes the model to focus on easy examples (they are more common and the loss is easier to minimise). Starting at depth 1 and advancing only when the solve rate exceeds the threshold forces the model to properly learn each level before facing harder ones.</a:t>
            </a:r>
          </a:p>
          <a:p/>
          <a:p>
            <a:r>
              <a:t>The solve-rate gate (if rate &lt; threshold: break) is important. If the model is stuck at 60% on depth 3, advancing to depth 4 just adds noise. In practice, depths 1-3 are mastered quickly (within 10-20 epochs). Depth 5 requires the full 50 epochs and sometimes plateaus around 75-80%.</a:t>
            </a:r>
          </a:p>
          <a:p/>
          <a:p>
            <a:r>
              <a:t>Adam optimiser: momentum (beta1=0.9) smooths noisy gradients; adaptive learning rate (beta2=0.999) adjusts per-parameter step sizes. Learning rate 0.001 was found to work well without tuning - standard choice for most MLP classification tasks.</a:t>
            </a:r>
          </a:p>
          <a:p/>
          <a:p>
            <a:r>
              <a:t>The loss spike at each depth transition is because the dataset suddenly becomes 80% harder examples. The model briefly performs worse before adapting.</a:t>
            </a:r>
          </a:p>
          <a:p/>
          <a:p>
            <a:r>
              <a:t>CLI: python main.py train --max-depth 5 --epochs 50 --samples 1000 --threshold 0.80</a:t>
            </a:r>
          </a:p>
          <a:p>
            <a:r>
              <a:t>Colab notebook: train_on_colab.ipynb (GPU training, ~5 minutes for depth 1-5)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Evaluation setup:</a:t>
            </a:r>
          </a:p>
          <a:p>
            <a:r>
              <a:t>  - 100 scrambles per depth, seed fixed for reproducibility</a:t>
            </a:r>
          </a:p>
          <a:p>
            <a:r>
              <a:t>  - Scramble: exactly d moves, no consecutive same-face moves</a:t>
            </a:r>
          </a:p>
          <a:p>
            <a:r>
              <a:t>  - Solver gets max 50 moves to find solution</a:t>
            </a:r>
          </a:p>
          <a:p>
            <a:r>
              <a:t>  - Success = cube reaches is_solved() == True within 50 moves</a:t>
            </a:r>
          </a:p>
          <a:p/>
          <a:p>
            <a:r>
              <a:t>Key findings:</a:t>
            </a:r>
          </a:p>
          <a:p/>
          <a:p>
            <a:r>
              <a:t>1. Both solvers work perfectly at depths 1-3. The model memorises these effectively because there are only a few hundred distinct states at these depths.</a:t>
            </a:r>
          </a:p>
          <a:p/>
          <a:p>
            <a:r>
              <a:t>2. Beam search gives +12 percentage points at depth 5 (77% -&gt; 89%). The improvement is largest where the greedy policy is nearly but not quite reliable.</a:t>
            </a:r>
          </a:p>
          <a:p/>
          <a:p>
            <a:r>
              <a:t>3. Sharp degradation beyond depth 6. The model was trained on depths 1-8, but with only 1,000 samples per depth. At depth 6+, the state space coverage is extremely sparse. The model has not seen most of these configurations.</a:t>
            </a:r>
          </a:p>
          <a:p/>
          <a:p>
            <a:r>
              <a:t>4. Beam search average move count at depth 7 is 9.6 (vs scramble depth 7). When beam search does succeed, it takes a slightly longer path - it is not finding optimal solutions, just any solution.</a:t>
            </a:r>
          </a:p>
          <a:p/>
          <a:p>
            <a:r>
              <a:t>5. Greedy inference time: 0.4-3.4 ms. Beam search: 0.5-55 ms. Both fast enough for interactive use.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C4D56CB-7729-4F9B-B383-5D5EDD1C4F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V="1">
            <a:off x="9821333" y="4558433"/>
            <a:ext cx="2370667" cy="229956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Freeform: Shape 59">
            <a:extLst>
              <a:ext uri="{FF2B5EF4-FFF2-40B4-BE49-F238E27FC236}">
                <a16:creationId xmlns:a16="http://schemas.microsoft.com/office/drawing/2014/main" id="{39E53A78-6591-EEDA-1DFD-F106ECC52D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821333" y="4558438"/>
            <a:ext cx="2370667" cy="2299562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6F5ADCC5-3878-853E-8614-59CF8B28106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21208" y="837382"/>
            <a:ext cx="7837069" cy="3696518"/>
          </a:xfrm>
        </p:spPr>
        <p:txBody>
          <a:bodyPr anchor="t">
            <a:no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14" name="Subtitle 2">
            <a:extLst>
              <a:ext uri="{FF2B5EF4-FFF2-40B4-BE49-F238E27FC236}">
                <a16:creationId xmlns:a16="http://schemas.microsoft.com/office/drawing/2014/main" id="{899E747C-251E-F759-ABCD-CD941BA33A5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21208" y="4648199"/>
            <a:ext cx="7837070" cy="891581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30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N"/>
          </a:p>
        </p:txBody>
      </p:sp>
      <p:sp>
        <p:nvSpPr>
          <p:cNvPr id="5" name="Content Placeholder 8">
            <a:extLst>
              <a:ext uri="{FF2B5EF4-FFF2-40B4-BE49-F238E27FC236}">
                <a16:creationId xmlns:a16="http://schemas.microsoft.com/office/drawing/2014/main" id="{C031AA0C-A2A7-B56D-9661-B2A56DD37D19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521208" y="5730282"/>
            <a:ext cx="2349499" cy="266701"/>
          </a:xfrm>
        </p:spPr>
        <p:txBody>
          <a:bodyPr lIns="0" tIns="0" rIns="0" bIns="0" anchor="b">
            <a:noAutofit/>
          </a:bodyPr>
          <a:lstStyle>
            <a:lvl1pPr marL="0" indent="0">
              <a:spcBef>
                <a:spcPts val="0"/>
              </a:spcBef>
              <a:buNone/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r>
              <a:rPr lang="en-US" sz="1600"/>
              <a:t>Presenter Name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18A332-DECC-D8DD-0E19-762C6FFB93F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6400800"/>
            <a:ext cx="2743200" cy="266700"/>
          </a:xfrm>
        </p:spPr>
        <p:txBody>
          <a:bodyPr lIns="0" tIns="0" rIns="0" bIns="0"/>
          <a:lstStyle/>
          <a:p>
            <a:r>
              <a:rPr lang="en-US" altLang="zh-CN" dirty="0"/>
              <a:t>03/12/2025</a:t>
            </a:r>
            <a:fld id="{FD138C57-8E3B-4697-92F8-0ED9B71F7E17}" type="datetime1">
              <a:rPr lang="en-US" smtClean="0"/>
              <a:t>4/15/2026</a:t>
            </a:fld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94EB1C08-1A28-5224-563E-C8AF24A3F3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 lIns="0" tIns="0" rIns="0" bIns="0"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45529DAF-CFD3-BC3E-C570-099DAEEB00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 lIns="0" tIns="0" rIns="0" bIns="0"/>
          <a:lstStyle>
            <a:lvl1pPr algn="r"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8" name="Rectangle 9">
            <a:extLst>
              <a:ext uri="{FF2B5EF4-FFF2-40B4-BE49-F238E27FC236}">
                <a16:creationId xmlns:a16="http://schemas.microsoft.com/office/drawing/2014/main" id="{1C113ED2-FAFE-A686-C43C-7C104C28E3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103515" y="-103514"/>
            <a:ext cx="274322" cy="481353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17" name="Rectangle 8">
            <a:extLst>
              <a:ext uri="{FF2B5EF4-FFF2-40B4-BE49-F238E27FC236}">
                <a16:creationId xmlns:a16="http://schemas.microsoft.com/office/drawing/2014/main" id="{1580C5C3-0FF4-BA92-445D-48CC4C54FB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1183663" y="-700191"/>
            <a:ext cx="274322" cy="167470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EAB71EF6-F4ED-6CD6-E0C2-EAB75D0F05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9821333" y="0"/>
            <a:ext cx="2370665" cy="245649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11" name="Freeform: Shape 59">
            <a:extLst>
              <a:ext uri="{FF2B5EF4-FFF2-40B4-BE49-F238E27FC236}">
                <a16:creationId xmlns:a16="http://schemas.microsoft.com/office/drawing/2014/main" id="{B24268F0-A8A4-E399-5FC5-6384B8BD96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835107" y="-1"/>
            <a:ext cx="2356893" cy="2456489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0AC4EA9-78A7-EDEB-A4B1-0E44AB2263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9821331" y="2456493"/>
            <a:ext cx="2370668" cy="2101947"/>
          </a:xfrm>
          <a:prstGeom prst="rect">
            <a:avLst/>
          </a:pr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0" name="Freeform: Shape 18">
            <a:extLst>
              <a:ext uri="{FF2B5EF4-FFF2-40B4-BE49-F238E27FC236}">
                <a16:creationId xmlns:a16="http://schemas.microsoft.com/office/drawing/2014/main" id="{ACCD3CEE-6646-969D-7160-69226A1B78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 flipV="1">
            <a:off x="10444462" y="2810904"/>
            <a:ext cx="1124412" cy="2370664"/>
          </a:xfrm>
          <a:custGeom>
            <a:avLst/>
            <a:gdLst>
              <a:gd name="connsiteX0" fmla="*/ 600765 w 600765"/>
              <a:gd name="connsiteY0" fmla="*/ 0 h 1266628"/>
              <a:gd name="connsiteX1" fmla="*/ 600765 w 600765"/>
              <a:gd name="connsiteY1" fmla="*/ 1266628 h 1266628"/>
              <a:gd name="connsiteX2" fmla="*/ 508593 w 600765"/>
              <a:gd name="connsiteY2" fmla="*/ 1257336 h 1266628"/>
              <a:gd name="connsiteX3" fmla="*/ 0 w 600765"/>
              <a:gd name="connsiteY3" fmla="*/ 633314 h 1266628"/>
              <a:gd name="connsiteX4" fmla="*/ 508593 w 600765"/>
              <a:gd name="connsiteY4" fmla="*/ 9292 h 12666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0765" h="1266628">
                <a:moveTo>
                  <a:pt x="600765" y="0"/>
                </a:moveTo>
                <a:lnTo>
                  <a:pt x="600765" y="1266628"/>
                </a:lnTo>
                <a:lnTo>
                  <a:pt x="508593" y="1257336"/>
                </a:lnTo>
                <a:cubicBezTo>
                  <a:pt x="218339" y="1197942"/>
                  <a:pt x="0" y="941126"/>
                  <a:pt x="0" y="633314"/>
                </a:cubicBezTo>
                <a:cubicBezTo>
                  <a:pt x="0" y="325502"/>
                  <a:pt x="218339" y="68686"/>
                  <a:pt x="508593" y="929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8119394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6">
            <a:extLst>
              <a:ext uri="{FF2B5EF4-FFF2-40B4-BE49-F238E27FC236}">
                <a16:creationId xmlns:a16="http://schemas.microsoft.com/office/drawing/2014/main" id="{3184A5B9-E2EB-CB8F-9FCE-B435678BB4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9937750" y="3696527"/>
            <a:ext cx="2254248" cy="3163005"/>
          </a:xfrm>
          <a:prstGeom prst="rect">
            <a:avLst/>
          </a:pr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4" name="Freeform: Shape 9">
            <a:extLst>
              <a:ext uri="{FF2B5EF4-FFF2-40B4-BE49-F238E27FC236}">
                <a16:creationId xmlns:a16="http://schemas.microsoft.com/office/drawing/2014/main" id="{BEF628E3-8F76-0E9D-3DEE-A459731EFF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9937750" y="5736197"/>
            <a:ext cx="2254250" cy="1121803"/>
          </a:xfrm>
          <a:custGeom>
            <a:avLst/>
            <a:gdLst>
              <a:gd name="connsiteX0" fmla="*/ 0 w 2351450"/>
              <a:gd name="connsiteY0" fmla="*/ 0 h 1170173"/>
              <a:gd name="connsiteX1" fmla="*/ 2351450 w 2351450"/>
              <a:gd name="connsiteY1" fmla="*/ 0 h 1170173"/>
              <a:gd name="connsiteX2" fmla="*/ 2345674 w 2351450"/>
              <a:gd name="connsiteY2" fmla="*/ 114394 h 1170173"/>
              <a:gd name="connsiteX3" fmla="*/ 1175725 w 2351450"/>
              <a:gd name="connsiteY3" fmla="*/ 1170173 h 1170173"/>
              <a:gd name="connsiteX4" fmla="*/ 5777 w 2351450"/>
              <a:gd name="connsiteY4" fmla="*/ 114394 h 11701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51450" h="1170173">
                <a:moveTo>
                  <a:pt x="0" y="0"/>
                </a:moveTo>
                <a:lnTo>
                  <a:pt x="2351450" y="0"/>
                </a:lnTo>
                <a:lnTo>
                  <a:pt x="2345674" y="114394"/>
                </a:lnTo>
                <a:cubicBezTo>
                  <a:pt x="2285450" y="707410"/>
                  <a:pt x="1784630" y="1170173"/>
                  <a:pt x="1175725" y="1170173"/>
                </a:cubicBezTo>
                <a:cubicBezTo>
                  <a:pt x="566821" y="1170173"/>
                  <a:pt x="66001" y="707410"/>
                  <a:pt x="5777" y="114394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GB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794A9AA8-C219-474F-E074-634356B77D9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57225" y="837382"/>
            <a:ext cx="7837069" cy="3696518"/>
          </a:xfrm>
        </p:spPr>
        <p:txBody>
          <a:bodyPr anchor="b">
            <a:no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id="{12979924-61C7-4C37-EAF2-46A0A2A2D13E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57225" y="4648199"/>
            <a:ext cx="7837070" cy="1042877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3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N"/>
          </a:p>
        </p:txBody>
      </p:sp>
      <p:sp>
        <p:nvSpPr>
          <p:cNvPr id="7" name="Content Placeholder 8">
            <a:extLst>
              <a:ext uri="{FF2B5EF4-FFF2-40B4-BE49-F238E27FC236}">
                <a16:creationId xmlns:a16="http://schemas.microsoft.com/office/drawing/2014/main" id="{946F423E-A433-4DDE-A3C0-3165FE754F65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657225" y="5883110"/>
            <a:ext cx="2349499" cy="266701"/>
          </a:xfrm>
        </p:spPr>
        <p:txBody>
          <a:bodyPr lIns="0" tIns="0" rIns="0" bIns="0" anchor="b">
            <a:noAutofit/>
          </a:bodyPr>
          <a:lstStyle>
            <a:lvl1pPr marL="0" indent="0">
              <a:spcBef>
                <a:spcPts val="0"/>
              </a:spcBef>
              <a:buNone/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r>
              <a:rPr lang="en-US" sz="1600"/>
              <a:t>Presenter Name</a:t>
            </a:r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F24AAE30-F15B-1702-BB62-5EF514C3871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6400800"/>
            <a:ext cx="2743200" cy="266700"/>
          </a:xfrm>
        </p:spPr>
        <p:txBody>
          <a:bodyPr lIns="0" tIns="0" rIns="0" bIns="0"/>
          <a:lstStyle/>
          <a:p>
            <a:r>
              <a:rPr lang="en-US" altLang="zh-CN" dirty="0"/>
              <a:t>03/12/2025</a:t>
            </a:r>
            <a:fld id="{FD138C57-8E3B-4697-92F8-0ED9B71F7E17}" type="datetime1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E3F5C5-ED4D-E322-2AF6-F166C684C0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 lIns="0" tIns="0" rIns="0" bIns="0"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C3C27666-6814-D528-A7CD-540241E7CA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 lIns="0" tIns="0" rIns="0" bIns="0"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2" name="Rectangle 8">
            <a:extLst>
              <a:ext uri="{FF2B5EF4-FFF2-40B4-BE49-F238E27FC236}">
                <a16:creationId xmlns:a16="http://schemas.microsoft.com/office/drawing/2014/main" id="{75F1C151-830E-3940-1AE4-FB8D2BD625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1183663" y="-700191"/>
            <a:ext cx="274322" cy="167470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Rectangle 9">
            <a:extLst>
              <a:ext uri="{FF2B5EF4-FFF2-40B4-BE49-F238E27FC236}">
                <a16:creationId xmlns:a16="http://schemas.microsoft.com/office/drawing/2014/main" id="{219F9CAC-9EAC-C1A6-0F7E-3F8E87DFD8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104574" y="-104573"/>
            <a:ext cx="274322" cy="48347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10" name="Rectangle 6">
            <a:extLst>
              <a:ext uri="{FF2B5EF4-FFF2-40B4-BE49-F238E27FC236}">
                <a16:creationId xmlns:a16="http://schemas.microsoft.com/office/drawing/2014/main" id="{1173937D-CDC9-73E6-6B3E-2447EC17AC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9937750" y="1"/>
            <a:ext cx="2254248" cy="3694993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12" name="Freeform: Shape 59">
            <a:extLst>
              <a:ext uri="{FF2B5EF4-FFF2-40B4-BE49-F238E27FC236}">
                <a16:creationId xmlns:a16="http://schemas.microsoft.com/office/drawing/2014/main" id="{CBC384E9-DFB8-C4B8-FD41-571F33CD64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937750" y="-2"/>
            <a:ext cx="2254250" cy="3696519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solidFill>
                <a:schemeClr val="l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5274596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8">
            <a:extLst>
              <a:ext uri="{FF2B5EF4-FFF2-40B4-BE49-F238E27FC236}">
                <a16:creationId xmlns:a16="http://schemas.microsoft.com/office/drawing/2014/main" id="{B97416E4-EDCD-B6B0-871B-59B5239341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 flipV="1">
            <a:off x="0" y="4558433"/>
            <a:ext cx="1498042" cy="229956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Freeform: Shape 59">
            <a:extLst>
              <a:ext uri="{FF2B5EF4-FFF2-40B4-BE49-F238E27FC236}">
                <a16:creationId xmlns:a16="http://schemas.microsoft.com/office/drawing/2014/main" id="{E2D01E03-0AE5-38F7-B2E7-A561D2D8E8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0" y="4558438"/>
            <a:ext cx="1498042" cy="2299562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31" name="Rectangle 8">
            <a:extLst>
              <a:ext uri="{FF2B5EF4-FFF2-40B4-BE49-F238E27FC236}">
                <a16:creationId xmlns:a16="http://schemas.microsoft.com/office/drawing/2014/main" id="{F6DBF5FB-1D7F-AA76-089E-78475F22BF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V="1">
            <a:off x="10693958" y="4558433"/>
            <a:ext cx="1498042" cy="229956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Freeform: Shape 59">
            <a:extLst>
              <a:ext uri="{FF2B5EF4-FFF2-40B4-BE49-F238E27FC236}">
                <a16:creationId xmlns:a16="http://schemas.microsoft.com/office/drawing/2014/main" id="{44A1C6DB-DBF1-64FE-805A-746B1CA7C3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10693958" y="4558438"/>
            <a:ext cx="1498042" cy="2299562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F57D558E-B648-BBEB-46E0-F39608643FF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025650" y="1122363"/>
            <a:ext cx="8140700" cy="2387600"/>
          </a:xfrm>
        </p:spPr>
        <p:txBody>
          <a:bodyPr anchor="b">
            <a:no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6764C513-A87E-FCB7-156B-282EBAF0198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025650" y="3602038"/>
            <a:ext cx="8140700" cy="881062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N"/>
          </a:p>
        </p:txBody>
      </p:sp>
      <p:sp>
        <p:nvSpPr>
          <p:cNvPr id="7" name="Content Placeholder 8">
            <a:extLst>
              <a:ext uri="{FF2B5EF4-FFF2-40B4-BE49-F238E27FC236}">
                <a16:creationId xmlns:a16="http://schemas.microsoft.com/office/drawing/2014/main" id="{3D9CC7D7-743B-85D5-5C99-E91249AF7EA0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1981200" y="5793918"/>
            <a:ext cx="1801825" cy="266701"/>
          </a:xfrm>
        </p:spPr>
        <p:txBody>
          <a:bodyPr lIns="0" tIns="0" rIns="0" bIns="0" anchor="b">
            <a:noAutofit/>
          </a:bodyPr>
          <a:lstStyle>
            <a:lvl1pPr marL="0" indent="0" algn="l">
              <a:spcBef>
                <a:spcPts val="0"/>
              </a:spcBef>
              <a:buNone/>
              <a:defRPr sz="1600" baseline="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r>
              <a:rPr lang="en-US" sz="1600"/>
              <a:t>Presenter Name</a:t>
            </a:r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0FA3A1DD-04DE-1541-1FFF-3A707AF505F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6400800"/>
            <a:ext cx="2743200" cy="266700"/>
          </a:xfrm>
        </p:spPr>
        <p:txBody>
          <a:bodyPr lIns="0" tIns="0" rIns="0" b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altLang="zh-CN" dirty="0"/>
              <a:t>03/12/2025</a:t>
            </a:r>
            <a:fld id="{FD138C57-8E3B-4697-92F8-0ED9B71F7E17}" type="datetime1">
              <a:rPr lang="en-US" smtClean="0"/>
              <a:pPr/>
              <a:t>4/15/2026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47C9CB-6FF6-0287-178B-6CADEEB9D6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 lIns="0" tIns="0" rIns="0" bIns="0"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4084A680-FB9E-E42D-DDAA-5791A07BD3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 lIns="0" tIns="0" rIns="0" bIns="0"/>
          <a:lstStyle>
            <a:lvl1pPr algn="r"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3" name="Rectangle 6">
            <a:extLst>
              <a:ext uri="{FF2B5EF4-FFF2-40B4-BE49-F238E27FC236}">
                <a16:creationId xmlns:a16="http://schemas.microsoft.com/office/drawing/2014/main" id="{B3A19901-5D82-7B65-7782-E6852337B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>
            <a:off x="1" y="0"/>
            <a:ext cx="1498041" cy="245649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27" name="Freeform: Shape 59">
            <a:extLst>
              <a:ext uri="{FF2B5EF4-FFF2-40B4-BE49-F238E27FC236}">
                <a16:creationId xmlns:a16="http://schemas.microsoft.com/office/drawing/2014/main" id="{8F412048-B308-2DFC-686A-6DA3826170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0" y="-1"/>
            <a:ext cx="1489338" cy="2456489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22" name="Rectangle 6">
            <a:extLst>
              <a:ext uri="{FF2B5EF4-FFF2-40B4-BE49-F238E27FC236}">
                <a16:creationId xmlns:a16="http://schemas.microsoft.com/office/drawing/2014/main" id="{EA419E24-8272-CD51-84D8-E7CA5E6F75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>
            <a:off x="1" y="2456494"/>
            <a:ext cx="1498041" cy="2101947"/>
          </a:xfrm>
          <a:prstGeom prst="rect">
            <a:avLst/>
          </a:pr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2" name="Freeform: Shape 9">
            <a:extLst>
              <a:ext uri="{FF2B5EF4-FFF2-40B4-BE49-F238E27FC236}">
                <a16:creationId xmlns:a16="http://schemas.microsoft.com/office/drawing/2014/main" id="{FC750F5C-AF95-4BA8-1FF7-DF14E175BF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0" y="3812957"/>
            <a:ext cx="1498042" cy="745484"/>
          </a:xfrm>
          <a:custGeom>
            <a:avLst/>
            <a:gdLst>
              <a:gd name="connsiteX0" fmla="*/ 0 w 2351450"/>
              <a:gd name="connsiteY0" fmla="*/ 0 h 1170173"/>
              <a:gd name="connsiteX1" fmla="*/ 2351450 w 2351450"/>
              <a:gd name="connsiteY1" fmla="*/ 0 h 1170173"/>
              <a:gd name="connsiteX2" fmla="*/ 2345674 w 2351450"/>
              <a:gd name="connsiteY2" fmla="*/ 114394 h 1170173"/>
              <a:gd name="connsiteX3" fmla="*/ 1175725 w 2351450"/>
              <a:gd name="connsiteY3" fmla="*/ 1170173 h 1170173"/>
              <a:gd name="connsiteX4" fmla="*/ 5777 w 2351450"/>
              <a:gd name="connsiteY4" fmla="*/ 114394 h 11701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51450" h="1170173">
                <a:moveTo>
                  <a:pt x="0" y="0"/>
                </a:moveTo>
                <a:lnTo>
                  <a:pt x="2351450" y="0"/>
                </a:lnTo>
                <a:lnTo>
                  <a:pt x="2345674" y="114394"/>
                </a:lnTo>
                <a:cubicBezTo>
                  <a:pt x="2285450" y="707410"/>
                  <a:pt x="1784630" y="1170173"/>
                  <a:pt x="1175725" y="1170173"/>
                </a:cubicBezTo>
                <a:cubicBezTo>
                  <a:pt x="566821" y="1170173"/>
                  <a:pt x="66001" y="707410"/>
                  <a:pt x="5777" y="1143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GB"/>
          </a:p>
        </p:txBody>
      </p:sp>
      <p:sp>
        <p:nvSpPr>
          <p:cNvPr id="30" name="Rectangle 6">
            <a:extLst>
              <a:ext uri="{FF2B5EF4-FFF2-40B4-BE49-F238E27FC236}">
                <a16:creationId xmlns:a16="http://schemas.microsoft.com/office/drawing/2014/main" id="{8EB19805-760B-FC22-27FF-2642CF681B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10693958" y="0"/>
            <a:ext cx="1498041" cy="245649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33" name="Freeform: Shape 59">
            <a:extLst>
              <a:ext uri="{FF2B5EF4-FFF2-40B4-BE49-F238E27FC236}">
                <a16:creationId xmlns:a16="http://schemas.microsoft.com/office/drawing/2014/main" id="{16723D4D-CE24-1BFA-381F-67A51CF498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10702662" y="-1"/>
            <a:ext cx="1489338" cy="2456489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29" name="Rectangle 6">
            <a:extLst>
              <a:ext uri="{FF2B5EF4-FFF2-40B4-BE49-F238E27FC236}">
                <a16:creationId xmlns:a16="http://schemas.microsoft.com/office/drawing/2014/main" id="{EDD86B10-8265-2F8F-A1C8-E1C52EB80B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10693958" y="2456494"/>
            <a:ext cx="1498041" cy="2101947"/>
          </a:xfrm>
          <a:prstGeom prst="rect">
            <a:avLst/>
          </a:pr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3" name="Freeform: Shape 9">
            <a:extLst>
              <a:ext uri="{FF2B5EF4-FFF2-40B4-BE49-F238E27FC236}">
                <a16:creationId xmlns:a16="http://schemas.microsoft.com/office/drawing/2014/main" id="{4EDA9D06-9457-35FD-607C-E7105181A1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10693957" y="3812957"/>
            <a:ext cx="1498042" cy="745484"/>
          </a:xfrm>
          <a:custGeom>
            <a:avLst/>
            <a:gdLst>
              <a:gd name="connsiteX0" fmla="*/ 0 w 2351450"/>
              <a:gd name="connsiteY0" fmla="*/ 0 h 1170173"/>
              <a:gd name="connsiteX1" fmla="*/ 2351450 w 2351450"/>
              <a:gd name="connsiteY1" fmla="*/ 0 h 1170173"/>
              <a:gd name="connsiteX2" fmla="*/ 2345674 w 2351450"/>
              <a:gd name="connsiteY2" fmla="*/ 114394 h 1170173"/>
              <a:gd name="connsiteX3" fmla="*/ 1175725 w 2351450"/>
              <a:gd name="connsiteY3" fmla="*/ 1170173 h 1170173"/>
              <a:gd name="connsiteX4" fmla="*/ 5777 w 2351450"/>
              <a:gd name="connsiteY4" fmla="*/ 114394 h 11701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51450" h="1170173">
                <a:moveTo>
                  <a:pt x="0" y="0"/>
                </a:moveTo>
                <a:lnTo>
                  <a:pt x="2351450" y="0"/>
                </a:lnTo>
                <a:lnTo>
                  <a:pt x="2345674" y="114394"/>
                </a:lnTo>
                <a:cubicBezTo>
                  <a:pt x="2285450" y="707410"/>
                  <a:pt x="1784630" y="1170173"/>
                  <a:pt x="1175725" y="1170173"/>
                </a:cubicBezTo>
                <a:cubicBezTo>
                  <a:pt x="566821" y="1170173"/>
                  <a:pt x="66001" y="707410"/>
                  <a:pt x="5777" y="1143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9319926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,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149885F5-BCBD-1B93-4BD0-913F4539ECF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51973" y="3986909"/>
            <a:ext cx="11288052" cy="1331597"/>
          </a:xfrm>
        </p:spPr>
        <p:txBody>
          <a:bodyPr anchor="b">
            <a:noAutofit/>
          </a:bodyPr>
          <a:lstStyle>
            <a:lvl1pPr algn="l">
              <a:defRPr sz="5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B044FD8C-6C45-EC5E-5CA3-79C3C87BF83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51973" y="5416550"/>
            <a:ext cx="11288052" cy="615950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3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N"/>
          </a:p>
        </p:txBody>
      </p:sp>
      <p:sp>
        <p:nvSpPr>
          <p:cNvPr id="26" name="Picture Placeholder 25">
            <a:extLst>
              <a:ext uri="{FF2B5EF4-FFF2-40B4-BE49-F238E27FC236}">
                <a16:creationId xmlns:a16="http://schemas.microsoft.com/office/drawing/2014/main" id="{035CA494-5B62-D1F6-0DF6-40D867589380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4699621" y="964"/>
            <a:ext cx="5578791" cy="3888401"/>
          </a:xfrm>
          <a:noFill/>
        </p:spPr>
        <p:txBody>
          <a:bodyPr/>
          <a:lstStyle/>
          <a:p>
            <a:endParaRPr lang="zh-CN" altLang="en-US"/>
          </a:p>
        </p:txBody>
      </p:sp>
      <p:sp>
        <p:nvSpPr>
          <p:cNvPr id="5" name="Content Placeholder 8">
            <a:extLst>
              <a:ext uri="{FF2B5EF4-FFF2-40B4-BE49-F238E27FC236}">
                <a16:creationId xmlns:a16="http://schemas.microsoft.com/office/drawing/2014/main" id="{E6436228-797E-53A8-A7F9-52AD1B8E0F3F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451973" y="6087722"/>
            <a:ext cx="1801825" cy="266701"/>
          </a:xfrm>
        </p:spPr>
        <p:txBody>
          <a:bodyPr lIns="0" tIns="0" rIns="0" bIns="0" anchor="b">
            <a:noAutofit/>
          </a:bodyPr>
          <a:lstStyle>
            <a:lvl1pPr marL="0" indent="0" algn="l">
              <a:spcBef>
                <a:spcPts val="0"/>
              </a:spcBef>
              <a:buNone/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r>
              <a:rPr lang="en-US" sz="1600"/>
              <a:t>Presenter Name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B84172-860D-1647-047C-C3738A9C3F4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6400800"/>
            <a:ext cx="2743200" cy="266700"/>
          </a:xfrm>
        </p:spPr>
        <p:txBody>
          <a:bodyPr lIns="0" tIns="0" rIns="0" bIns="0"/>
          <a:lstStyle/>
          <a:p>
            <a:r>
              <a:rPr lang="en-US" altLang="zh-CN" dirty="0"/>
              <a:t>03/12/2025</a:t>
            </a:r>
            <a:fld id="{FD138C57-8E3B-4697-92F8-0ED9B71F7E17}" type="datetime1">
              <a:rPr lang="en-US" smtClean="0"/>
              <a:t>4/15/2026</a:t>
            </a:fld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1F49D81A-40A1-67EF-AB98-6D6B470016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 lIns="0" tIns="0" rIns="0" bIns="0"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7D469B88-8070-4714-51D1-F43A0AFE39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 lIns="0" tIns="0" rIns="0" bIns="0"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DA13429-7FDC-7187-2143-8A9EEDD8A6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 flipH="1">
            <a:off x="193548" y="-195013"/>
            <a:ext cx="1957956" cy="2347986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F34876CF-E930-1022-BFB1-831273576E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7597" y="3"/>
            <a:ext cx="2351132" cy="1170015"/>
          </a:xfrm>
          <a:custGeom>
            <a:avLst/>
            <a:gdLst>
              <a:gd name="connsiteX0" fmla="*/ 0 w 2351450"/>
              <a:gd name="connsiteY0" fmla="*/ 0 h 1170173"/>
              <a:gd name="connsiteX1" fmla="*/ 2351450 w 2351450"/>
              <a:gd name="connsiteY1" fmla="*/ 0 h 1170173"/>
              <a:gd name="connsiteX2" fmla="*/ 2345674 w 2351450"/>
              <a:gd name="connsiteY2" fmla="*/ 114394 h 1170173"/>
              <a:gd name="connsiteX3" fmla="*/ 1175725 w 2351450"/>
              <a:gd name="connsiteY3" fmla="*/ 1170173 h 1170173"/>
              <a:gd name="connsiteX4" fmla="*/ 5777 w 2351450"/>
              <a:gd name="connsiteY4" fmla="*/ 114394 h 11701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51450" h="1170173">
                <a:moveTo>
                  <a:pt x="0" y="0"/>
                </a:moveTo>
                <a:lnTo>
                  <a:pt x="2351450" y="0"/>
                </a:lnTo>
                <a:lnTo>
                  <a:pt x="2345674" y="114394"/>
                </a:lnTo>
                <a:cubicBezTo>
                  <a:pt x="2285450" y="707410"/>
                  <a:pt x="1784630" y="1170173"/>
                  <a:pt x="1175725" y="1170173"/>
                </a:cubicBezTo>
                <a:cubicBezTo>
                  <a:pt x="566821" y="1170173"/>
                  <a:pt x="66001" y="707410"/>
                  <a:pt x="5777" y="114394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GB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F763CC7-EA2E-97AB-5E20-B44890F7E6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 flipH="1">
            <a:off x="203865" y="1754093"/>
            <a:ext cx="1940257" cy="234798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0CA88D6-0F39-DB96-BA62-7586959D18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 flipH="1">
            <a:off x="2544101" y="-198088"/>
            <a:ext cx="1954953" cy="235112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B13202E-A252-90D1-ED83-5D7FB9C4FA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 flipV="1">
            <a:off x="2551501" y="1746727"/>
            <a:ext cx="1940259" cy="2351021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DD2B2E8D-ECD5-FF51-A5CA-5FB0750DAA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 flipV="1">
            <a:off x="2554974" y="1743143"/>
            <a:ext cx="1933202" cy="2351131"/>
          </a:xfrm>
          <a:custGeom>
            <a:avLst/>
            <a:gdLst>
              <a:gd name="connsiteX0" fmla="*/ 0 w 2115288"/>
              <a:gd name="connsiteY0" fmla="*/ 2092083 h 2092083"/>
              <a:gd name="connsiteX1" fmla="*/ 0 w 2115288"/>
              <a:gd name="connsiteY1" fmla="*/ 0 h 2092083"/>
              <a:gd name="connsiteX2" fmla="*/ 2115288 w 2115288"/>
              <a:gd name="connsiteY2" fmla="*/ 0 h 20920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115288" h="2092083">
                <a:moveTo>
                  <a:pt x="0" y="2092083"/>
                </a:moveTo>
                <a:lnTo>
                  <a:pt x="0" y="0"/>
                </a:lnTo>
                <a:lnTo>
                  <a:pt x="2115288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25" name="Rectangle 15">
            <a:extLst>
              <a:ext uri="{FF2B5EF4-FFF2-40B4-BE49-F238E27FC236}">
                <a16:creationId xmlns:a16="http://schemas.microsoft.com/office/drawing/2014/main" id="{BE33DCB4-EBE4-F9F4-40E1-A1109F436F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 flipH="1">
            <a:off x="10253534" y="22400"/>
            <a:ext cx="1960861" cy="191606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C9D37B0-DB36-8B46-3EE5-848EE070FA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 flipH="1">
            <a:off x="10265341" y="1968544"/>
            <a:ext cx="1937248" cy="19160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C49AE85A-7CA3-CA3E-CAC1-2D64B46897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H="1" flipV="1">
            <a:off x="10263835" y="1970054"/>
            <a:ext cx="1940259" cy="1916066"/>
          </a:xfrm>
          <a:custGeom>
            <a:avLst/>
            <a:gdLst>
              <a:gd name="connsiteX0" fmla="*/ 0 w 2115288"/>
              <a:gd name="connsiteY0" fmla="*/ 2092083 h 2092083"/>
              <a:gd name="connsiteX1" fmla="*/ 0 w 2115288"/>
              <a:gd name="connsiteY1" fmla="*/ 0 h 2092083"/>
              <a:gd name="connsiteX2" fmla="*/ 2115288 w 2115288"/>
              <a:gd name="connsiteY2" fmla="*/ 0 h 20920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115288" h="2092083">
                <a:moveTo>
                  <a:pt x="0" y="2092083"/>
                </a:moveTo>
                <a:lnTo>
                  <a:pt x="0" y="0"/>
                </a:lnTo>
                <a:lnTo>
                  <a:pt x="2115288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2103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,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41F45E22-547F-B6E1-5F51-CFECC13B28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-7621" y="6245509"/>
            <a:ext cx="5134119" cy="61249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zh-CN" altLang="en-US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AD43FFF1-DDFA-80AA-76D1-22BD8FF1A07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432261" y="482261"/>
            <a:ext cx="5828395" cy="3987800"/>
          </a:xfrm>
        </p:spPr>
        <p:txBody>
          <a:bodyPr lIns="0" tIns="0" rIns="0" bIns="0" anchor="b">
            <a:noAutofit/>
          </a:bodyPr>
          <a:lstStyle>
            <a:lvl1pPr algn="r">
              <a:defRPr sz="54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16" name="Subtitle 2">
            <a:extLst>
              <a:ext uri="{FF2B5EF4-FFF2-40B4-BE49-F238E27FC236}">
                <a16:creationId xmlns:a16="http://schemas.microsoft.com/office/drawing/2014/main" id="{A507D3A1-9DD8-7489-4AF4-BA29A6CDB4C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432260" y="4625351"/>
            <a:ext cx="5828396" cy="891675"/>
          </a:xfrm>
        </p:spPr>
        <p:txBody>
          <a:bodyPr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3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N"/>
          </a:p>
        </p:txBody>
      </p:sp>
      <p:sp>
        <p:nvSpPr>
          <p:cNvPr id="26" name="Picture Placeholder 25">
            <a:extLst>
              <a:ext uri="{FF2B5EF4-FFF2-40B4-BE49-F238E27FC236}">
                <a16:creationId xmlns:a16="http://schemas.microsoft.com/office/drawing/2014/main" id="{035CA494-5B62-D1F6-0DF6-40D867589380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1364491" y="1339850"/>
            <a:ext cx="3762007" cy="4905375"/>
          </a:xfrm>
          <a:noFill/>
        </p:spPr>
        <p:txBody>
          <a:bodyPr/>
          <a:lstStyle/>
          <a:p>
            <a:endParaRPr lang="zh-CN" altLang="en-US"/>
          </a:p>
        </p:txBody>
      </p:sp>
      <p:sp>
        <p:nvSpPr>
          <p:cNvPr id="2" name="Content Placeholder 8">
            <a:extLst>
              <a:ext uri="{FF2B5EF4-FFF2-40B4-BE49-F238E27FC236}">
                <a16:creationId xmlns:a16="http://schemas.microsoft.com/office/drawing/2014/main" id="{00F3AF08-58B8-1240-DC7F-D213996B2AE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9671050" y="5982369"/>
            <a:ext cx="1589606" cy="266701"/>
          </a:xfrm>
        </p:spPr>
        <p:txBody>
          <a:bodyPr lIns="0" tIns="0" rIns="0" bIns="0" anchor="b">
            <a:noAutofit/>
          </a:bodyPr>
          <a:lstStyle>
            <a:lvl1pPr marL="0" indent="0" algn="r">
              <a:spcBef>
                <a:spcPts val="0"/>
              </a:spcBef>
              <a:buNone/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r>
              <a:rPr lang="en-US" sz="1600"/>
              <a:t>Presenter Name</a:t>
            </a:r>
          </a:p>
        </p:txBody>
      </p:sp>
      <p:sp>
        <p:nvSpPr>
          <p:cNvPr id="15" name="Date Placeholder 3">
            <a:extLst>
              <a:ext uri="{FF2B5EF4-FFF2-40B4-BE49-F238E27FC236}">
                <a16:creationId xmlns:a16="http://schemas.microsoft.com/office/drawing/2014/main" id="{CAC3F6DD-F963-7D20-7D44-A9471028FBD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6400800"/>
            <a:ext cx="2743200" cy="266700"/>
          </a:xfrm>
        </p:spPr>
        <p:txBody>
          <a:bodyPr lIns="0" tIns="0" rIns="0" b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altLang="zh-CN" dirty="0"/>
              <a:t>03/12/2025</a:t>
            </a:r>
            <a:fld id="{FD138C57-8E3B-4697-92F8-0ED9B71F7E17}" type="datetime1">
              <a:rPr lang="en-US" smtClean="0"/>
              <a:pPr/>
              <a:t>4/15/2026</a:t>
            </a:fld>
            <a:endParaRPr lang="en-US"/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9D3E5DEB-74C0-2DEA-0038-2F0044213E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 lIns="0" tIns="0" rIns="0" bIns="0"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8EFCC32E-F87E-343D-5B5C-6507310CA9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 lIns="0" tIns="0" rIns="0" bIns="0"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30E8E679-660F-5B58-91D7-9E0CDF0AB6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1" y="-3"/>
            <a:ext cx="1360674" cy="223201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25" name="Freeform: Shape 59">
            <a:extLst>
              <a:ext uri="{FF2B5EF4-FFF2-40B4-BE49-F238E27FC236}">
                <a16:creationId xmlns:a16="http://schemas.microsoft.com/office/drawing/2014/main" id="{8587E180-57E3-C8FA-E365-AB365B7F46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7937" y="-5"/>
            <a:ext cx="1352738" cy="2232015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9C2F644D-1D4F-6486-A506-5B5A7BE498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0" y="2232018"/>
            <a:ext cx="1360677" cy="1916648"/>
          </a:xfrm>
          <a:prstGeom prst="rect">
            <a:avLst/>
          </a:pr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8" name="Freeform: Shape 9">
            <a:extLst>
              <a:ext uri="{FF2B5EF4-FFF2-40B4-BE49-F238E27FC236}">
                <a16:creationId xmlns:a16="http://schemas.microsoft.com/office/drawing/2014/main" id="{155A9F5C-6C2B-B9A0-9DF2-D4B82FBE66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0" y="3471537"/>
            <a:ext cx="1360678" cy="677127"/>
          </a:xfrm>
          <a:custGeom>
            <a:avLst/>
            <a:gdLst>
              <a:gd name="connsiteX0" fmla="*/ 0 w 2351450"/>
              <a:gd name="connsiteY0" fmla="*/ 0 h 1170173"/>
              <a:gd name="connsiteX1" fmla="*/ 2351450 w 2351450"/>
              <a:gd name="connsiteY1" fmla="*/ 0 h 1170173"/>
              <a:gd name="connsiteX2" fmla="*/ 2345674 w 2351450"/>
              <a:gd name="connsiteY2" fmla="*/ 114394 h 1170173"/>
              <a:gd name="connsiteX3" fmla="*/ 1175725 w 2351450"/>
              <a:gd name="connsiteY3" fmla="*/ 1170173 h 1170173"/>
              <a:gd name="connsiteX4" fmla="*/ 5777 w 2351450"/>
              <a:gd name="connsiteY4" fmla="*/ 114394 h 11701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51450" h="1170173">
                <a:moveTo>
                  <a:pt x="0" y="0"/>
                </a:moveTo>
                <a:lnTo>
                  <a:pt x="2351450" y="0"/>
                </a:lnTo>
                <a:lnTo>
                  <a:pt x="2345674" y="114394"/>
                </a:lnTo>
                <a:cubicBezTo>
                  <a:pt x="2285450" y="707410"/>
                  <a:pt x="1784630" y="1170173"/>
                  <a:pt x="1175725" y="1170173"/>
                </a:cubicBezTo>
                <a:cubicBezTo>
                  <a:pt x="566821" y="1170173"/>
                  <a:pt x="66001" y="707410"/>
                  <a:pt x="5777" y="114394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GB"/>
          </a:p>
        </p:txBody>
      </p:sp>
      <p:sp>
        <p:nvSpPr>
          <p:cNvPr id="21" name="Rectangle 8">
            <a:extLst>
              <a:ext uri="{FF2B5EF4-FFF2-40B4-BE49-F238E27FC236}">
                <a16:creationId xmlns:a16="http://schemas.microsoft.com/office/drawing/2014/main" id="{6B928C87-B3CE-A38B-38D7-B0948D3E44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V="1">
            <a:off x="-2" y="4148664"/>
            <a:ext cx="1360677" cy="209684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Freeform: Shape 59">
            <a:extLst>
              <a:ext uri="{FF2B5EF4-FFF2-40B4-BE49-F238E27FC236}">
                <a16:creationId xmlns:a16="http://schemas.microsoft.com/office/drawing/2014/main" id="{1F867251-402A-C2DE-7D05-B8E48B7E7C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0" y="4148663"/>
            <a:ext cx="1360678" cy="2096842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10" name="Rectangle 8">
            <a:extLst>
              <a:ext uri="{FF2B5EF4-FFF2-40B4-BE49-F238E27FC236}">
                <a16:creationId xmlns:a16="http://schemas.microsoft.com/office/drawing/2014/main" id="{1B4E1136-DFDD-32BF-5846-514278A0F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H="1">
            <a:off x="10734332" y="-700191"/>
            <a:ext cx="274322" cy="167470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Rectangle 9">
            <a:extLst>
              <a:ext uri="{FF2B5EF4-FFF2-40B4-BE49-F238E27FC236}">
                <a16:creationId xmlns:a16="http://schemas.microsoft.com/office/drawing/2014/main" id="{4973B099-8DFA-53FB-1105-A26CC36014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H="1">
            <a:off x="11814480" y="-103514"/>
            <a:ext cx="274322" cy="481353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907188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, Ph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41F45E22-547F-B6E1-5F51-CFECC13B28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065818" y="6245509"/>
            <a:ext cx="5134119" cy="61249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F1C19B4F-DFB6-9576-9DF4-96FE43A1EC9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10628" y="482261"/>
            <a:ext cx="5824186" cy="3987799"/>
          </a:xfrm>
        </p:spPr>
        <p:txBody>
          <a:bodyPr lIns="0" tIns="0" rIns="0" bIns="0" anchor="b">
            <a:no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18" name="Subtitle 2">
            <a:extLst>
              <a:ext uri="{FF2B5EF4-FFF2-40B4-BE49-F238E27FC236}">
                <a16:creationId xmlns:a16="http://schemas.microsoft.com/office/drawing/2014/main" id="{D99BC2BC-8A72-7BB8-D8C8-CB385D30BB7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0628" y="4640704"/>
            <a:ext cx="5824186" cy="876323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3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N"/>
          </a:p>
        </p:txBody>
      </p:sp>
      <p:sp>
        <p:nvSpPr>
          <p:cNvPr id="2" name="Content Placeholder 8">
            <a:extLst>
              <a:ext uri="{FF2B5EF4-FFF2-40B4-BE49-F238E27FC236}">
                <a16:creationId xmlns:a16="http://schemas.microsoft.com/office/drawing/2014/main" id="{EC403ECD-0E61-4F10-7162-E98E5D2C68D4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910629" y="5978808"/>
            <a:ext cx="1737322" cy="266701"/>
          </a:xfrm>
        </p:spPr>
        <p:txBody>
          <a:bodyPr lIns="0" tIns="0" rIns="0" bIns="0" anchor="b">
            <a:noAutofit/>
          </a:bodyPr>
          <a:lstStyle>
            <a:lvl1pPr marL="0" indent="0">
              <a:spcBef>
                <a:spcPts val="0"/>
              </a:spcBef>
              <a:buNone/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r>
              <a:rPr lang="en-US" sz="1600"/>
              <a:t>Presenter Name</a:t>
            </a:r>
          </a:p>
        </p:txBody>
      </p:sp>
      <p:sp>
        <p:nvSpPr>
          <p:cNvPr id="26" name="Picture Placeholder 25">
            <a:extLst>
              <a:ext uri="{FF2B5EF4-FFF2-40B4-BE49-F238E27FC236}">
                <a16:creationId xmlns:a16="http://schemas.microsoft.com/office/drawing/2014/main" id="{035CA494-5B62-D1F6-0DF6-40D867589380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7065818" y="1331046"/>
            <a:ext cx="3772303" cy="4914460"/>
          </a:xfrm>
          <a:noFill/>
        </p:spPr>
        <p:txBody>
          <a:bodyPr/>
          <a:lstStyle/>
          <a:p>
            <a:endParaRPr lang="zh-CN" altLang="en-US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B742842F-049E-5CE5-521C-3D7CF4664B2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6400800"/>
            <a:ext cx="2743200" cy="266700"/>
          </a:xfrm>
        </p:spPr>
        <p:txBody>
          <a:bodyPr lIns="0" tIns="0" rIns="0" bIns="0"/>
          <a:lstStyle/>
          <a:p>
            <a:r>
              <a:rPr lang="en-US" altLang="zh-CN" dirty="0"/>
              <a:t>03/12/2025</a:t>
            </a:r>
            <a:fld id="{FD138C57-8E3B-4697-92F8-0ED9B71F7E17}" type="datetime1">
              <a:rPr lang="en-US" smtClean="0"/>
              <a:t>4/15/2026</a:t>
            </a:fld>
            <a:endParaRPr 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F57807E5-619C-C6C7-6226-8A9540B6DD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 lIns="0" tIns="0" rIns="0" bIns="0"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9873A478-35CD-870F-0A0C-AD044CED30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 lIns="0" tIns="0" rIns="0" bIns="0"/>
          <a:lstStyle>
            <a:lvl1pPr algn="r"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Rectangle 8">
            <a:extLst>
              <a:ext uri="{FF2B5EF4-FFF2-40B4-BE49-F238E27FC236}">
                <a16:creationId xmlns:a16="http://schemas.microsoft.com/office/drawing/2014/main" id="{1B4E1136-DFDD-32BF-5846-514278A0F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1183663" y="-700191"/>
            <a:ext cx="274322" cy="167470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Rectangle 9">
            <a:extLst>
              <a:ext uri="{FF2B5EF4-FFF2-40B4-BE49-F238E27FC236}">
                <a16:creationId xmlns:a16="http://schemas.microsoft.com/office/drawing/2014/main" id="{4973B099-8DFA-53FB-1105-A26CC36014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104574" y="-104573"/>
            <a:ext cx="274322" cy="48347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9" name="Rectangle 6">
            <a:extLst>
              <a:ext uri="{FF2B5EF4-FFF2-40B4-BE49-F238E27FC236}">
                <a16:creationId xmlns:a16="http://schemas.microsoft.com/office/drawing/2014/main" id="{F5FF0307-7223-2A57-49F7-205DFC3CAD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10833956" y="-2"/>
            <a:ext cx="1365980" cy="223201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6" name="Freeform: Shape 59">
            <a:extLst>
              <a:ext uri="{FF2B5EF4-FFF2-40B4-BE49-F238E27FC236}">
                <a16:creationId xmlns:a16="http://schemas.microsoft.com/office/drawing/2014/main" id="{AB33DB86-5F38-0CF7-F613-511E8B1B19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10841892" y="-3"/>
            <a:ext cx="1358044" cy="2232015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41" name="Rectangle 6">
            <a:extLst>
              <a:ext uri="{FF2B5EF4-FFF2-40B4-BE49-F238E27FC236}">
                <a16:creationId xmlns:a16="http://schemas.microsoft.com/office/drawing/2014/main" id="{B297F7B8-C42C-1B4A-C596-DA9004187D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10833956" y="2232018"/>
            <a:ext cx="1358044" cy="1916648"/>
          </a:xfrm>
          <a:prstGeom prst="rect">
            <a:avLst/>
          </a:pr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4" name="Freeform: Shape 9">
            <a:extLst>
              <a:ext uri="{FF2B5EF4-FFF2-40B4-BE49-F238E27FC236}">
                <a16:creationId xmlns:a16="http://schemas.microsoft.com/office/drawing/2014/main" id="{3CDB4C82-C1F2-7A31-B0C0-EC7A16E86E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10833888" y="3428999"/>
            <a:ext cx="1366047" cy="719665"/>
          </a:xfrm>
          <a:custGeom>
            <a:avLst/>
            <a:gdLst>
              <a:gd name="connsiteX0" fmla="*/ 0 w 2351450"/>
              <a:gd name="connsiteY0" fmla="*/ 0 h 1170173"/>
              <a:gd name="connsiteX1" fmla="*/ 2351450 w 2351450"/>
              <a:gd name="connsiteY1" fmla="*/ 0 h 1170173"/>
              <a:gd name="connsiteX2" fmla="*/ 2345674 w 2351450"/>
              <a:gd name="connsiteY2" fmla="*/ 114394 h 1170173"/>
              <a:gd name="connsiteX3" fmla="*/ 1175725 w 2351450"/>
              <a:gd name="connsiteY3" fmla="*/ 1170173 h 1170173"/>
              <a:gd name="connsiteX4" fmla="*/ 5777 w 2351450"/>
              <a:gd name="connsiteY4" fmla="*/ 114394 h 11701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51450" h="1170173">
                <a:moveTo>
                  <a:pt x="0" y="0"/>
                </a:moveTo>
                <a:lnTo>
                  <a:pt x="2351450" y="0"/>
                </a:lnTo>
                <a:lnTo>
                  <a:pt x="2345674" y="114394"/>
                </a:lnTo>
                <a:cubicBezTo>
                  <a:pt x="2285450" y="707410"/>
                  <a:pt x="1784630" y="1170173"/>
                  <a:pt x="1175725" y="1170173"/>
                </a:cubicBezTo>
                <a:cubicBezTo>
                  <a:pt x="566821" y="1170173"/>
                  <a:pt x="66001" y="707410"/>
                  <a:pt x="5777" y="114394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GB"/>
          </a:p>
        </p:txBody>
      </p:sp>
      <p:sp>
        <p:nvSpPr>
          <p:cNvPr id="33" name="Rectangle 8">
            <a:extLst>
              <a:ext uri="{FF2B5EF4-FFF2-40B4-BE49-F238E27FC236}">
                <a16:creationId xmlns:a16="http://schemas.microsoft.com/office/drawing/2014/main" id="{D03B5295-1DAD-F67E-A9D1-1EDDEDAE03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V="1">
            <a:off x="10833955" y="4148664"/>
            <a:ext cx="1365981" cy="209684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Freeform: Shape 59">
            <a:extLst>
              <a:ext uri="{FF2B5EF4-FFF2-40B4-BE49-F238E27FC236}">
                <a16:creationId xmlns:a16="http://schemas.microsoft.com/office/drawing/2014/main" id="{C681F86B-1EB2-1ABD-11BE-7405C317D1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10833955" y="4148663"/>
            <a:ext cx="1365980" cy="2096842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solidFill>
                <a:schemeClr val="l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235514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quence Number,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9591D9F7-2AF5-7E15-28CD-C5189318CC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010775" y="0"/>
            <a:ext cx="2181225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F402BE0-455F-CF23-B696-A4F06F4410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191875" y="5862637"/>
            <a:ext cx="1000125" cy="100012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3575A47E-66DF-0DFE-6068-FCE75A83C7A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22364" y="2558836"/>
            <a:ext cx="6735597" cy="3793838"/>
          </a:xfrm>
        </p:spPr>
        <p:txBody>
          <a:bodyPr lIns="0" tIns="0" rIns="0" bIns="0" anchor="t">
            <a:noAutofit/>
          </a:bodyPr>
          <a:lstStyle>
            <a:lvl1pPr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022365" y="1649960"/>
            <a:ext cx="831916" cy="597807"/>
          </a:xfrm>
        </p:spPr>
        <p:txBody>
          <a:bodyPr lIns="0" tIns="0" rIns="0" bIns="0" anchor="b">
            <a:noAutofit/>
          </a:bodyPr>
          <a:lstStyle>
            <a:lvl1pPr marL="0" indent="0" algn="l">
              <a:buNone/>
              <a:defRPr sz="3000" baseline="0">
                <a:solidFill>
                  <a:schemeClr val="tx1"/>
                </a:solidFill>
                <a:latin typeface="+mj-lt"/>
                <a:ea typeface="+mj-ea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01</a:t>
            </a:r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54D9E87A-1CDC-4014-2314-39FC7B07C83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961313" y="1306802"/>
            <a:ext cx="3230562" cy="4541837"/>
          </a:xfrm>
          <a:noFill/>
        </p:spPr>
        <p:txBody>
          <a:bodyPr/>
          <a:lstStyle/>
          <a:p>
            <a:endParaRPr lang="zh-CN" altLang="en-US"/>
          </a:p>
        </p:txBody>
      </p:sp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9054A355-1144-8E9E-0708-A56938F03394}"/>
              </a:ext>
            </a:extLst>
          </p:cNvPr>
          <p:cNvSpPr>
            <a:spLocks noGrp="1"/>
          </p:cNvSpPr>
          <p:nvPr>
            <p:ph type="dt" sz="half" idx="13"/>
          </p:nvPr>
        </p:nvSpPr>
        <p:spPr>
          <a:xfrm>
            <a:off x="657225" y="6400800"/>
            <a:ext cx="2743200" cy="266700"/>
          </a:xfrm>
        </p:spPr>
        <p:txBody>
          <a:bodyPr/>
          <a:lstStyle/>
          <a:p>
            <a:r>
              <a:rPr lang="en-US" altLang="zh-CN" dirty="0"/>
              <a:t>03/12/2025</a:t>
            </a:r>
            <a:fld id="{FD138C57-8E3B-4697-92F8-0ED9B71F7E17}" type="datetime1">
              <a:rPr lang="en-US" smtClean="0"/>
              <a:t>4/15/2026</a:t>
            </a:fld>
            <a:endParaRPr lang="en-US"/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DB79E66C-660C-8962-2CA8-5B57D17133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4AF8B1-E706-AD9A-FD16-CE6704805A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EADD3443-0734-5152-8D04-B2D9411015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972301" y="0"/>
            <a:ext cx="561975" cy="1123950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90703BCA-69C2-3D24-7F07-71DD32C3B7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600951" y="0"/>
            <a:ext cx="561975" cy="1123950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025192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quence Number,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9591D9F7-2AF5-7E15-28CD-C5189318CC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0" y="0"/>
            <a:ext cx="2181225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3575A47E-66DF-0DFE-6068-FCE75A83C7A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46653" y="2558836"/>
            <a:ext cx="6735597" cy="3793838"/>
          </a:xfrm>
        </p:spPr>
        <p:txBody>
          <a:bodyPr lIns="0" tIns="0" rIns="0" bIns="0" anchor="t">
            <a:noAutofit/>
          </a:bodyPr>
          <a:lstStyle>
            <a:lvl1pPr algn="r"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54D9E87A-1CDC-4014-2314-39FC7B07C83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 flipH="1">
            <a:off x="1000125" y="1316037"/>
            <a:ext cx="3230562" cy="4541837"/>
          </a:xfrm>
          <a:noFill/>
        </p:spPr>
        <p:txBody>
          <a:bodyPr/>
          <a:lstStyle/>
          <a:p>
            <a:endParaRPr lang="zh-CN" altLang="en-US"/>
          </a:p>
        </p:txBody>
      </p:sp>
      <p:sp>
        <p:nvSpPr>
          <p:cNvPr id="3" name="Text Placeholder 2">
            <a:extLs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0350334" y="1649960"/>
            <a:ext cx="831916" cy="597807"/>
          </a:xfrm>
        </p:spPr>
        <p:txBody>
          <a:bodyPr lIns="0" tIns="0" rIns="0" bIns="0" anchor="b">
            <a:noAutofit/>
          </a:bodyPr>
          <a:lstStyle>
            <a:lvl1pPr marL="0" indent="0" algn="r">
              <a:buNone/>
              <a:defRPr sz="2600" baseline="0">
                <a:solidFill>
                  <a:schemeClr val="tx1"/>
                </a:solidFill>
                <a:latin typeface="+mj-lt"/>
                <a:ea typeface="+mj-ea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01</a:t>
            </a:r>
          </a:p>
        </p:txBody>
      </p:sp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9054A355-1144-8E9E-0708-A56938F03394}"/>
              </a:ext>
            </a:extLst>
          </p:cNvPr>
          <p:cNvSpPr>
            <a:spLocks noGrp="1"/>
          </p:cNvSpPr>
          <p:nvPr>
            <p:ph type="dt" sz="half" idx="13"/>
          </p:nvPr>
        </p:nvSpPr>
        <p:spPr>
          <a:xfrm>
            <a:off x="1174751" y="6400800"/>
            <a:ext cx="2743200" cy="266700"/>
          </a:xfrm>
        </p:spPr>
        <p:txBody>
          <a:bodyPr lIns="0" tIns="0" rIns="0" b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altLang="zh-CN" dirty="0"/>
              <a:t>03/12/2025</a:t>
            </a:r>
            <a:fld id="{FD138C57-8E3B-4697-92F8-0ED9B71F7E17}" type="datetime1">
              <a:rPr lang="en-US" smtClean="0"/>
              <a:pPr/>
              <a:t>4/15/2026</a:t>
            </a:fld>
            <a:endParaRPr lang="en-US"/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DB79E66C-660C-8962-2CA8-5B57D17133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 lIns="0" tIns="0" rIns="0" bIns="0"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4AF8B1-E706-AD9A-FD16-CE6704805A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 lIns="0" tIns="0" rIns="0" bIns="0"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90703BCA-69C2-3D24-7F07-71DD32C3B7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4029074" y="0"/>
            <a:ext cx="561975" cy="1123950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EADD3443-0734-5152-8D04-B2D9411015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4657724" y="0"/>
            <a:ext cx="561975" cy="1123950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F402BE0-455F-CF23-B696-A4F06F4410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0" y="5862637"/>
            <a:ext cx="1000125" cy="100012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208872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quence Numb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8">
            <a:extLst>
              <a:ext uri="{FF2B5EF4-FFF2-40B4-BE49-F238E27FC236}">
                <a16:creationId xmlns:a16="http://schemas.microsoft.com/office/drawing/2014/main" id="{5EA40962-D6F9-CBBE-FF2C-4EC3830F9D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 flipV="1">
            <a:off x="0" y="4558433"/>
            <a:ext cx="1498042" cy="229956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Freeform: Shape 59">
            <a:extLst>
              <a:ext uri="{FF2B5EF4-FFF2-40B4-BE49-F238E27FC236}">
                <a16:creationId xmlns:a16="http://schemas.microsoft.com/office/drawing/2014/main" id="{EC816DDB-9EA2-DF6E-AAED-1B18863E58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0" y="4558438"/>
            <a:ext cx="1498042" cy="2299562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5" name="Rectangle 8">
            <a:extLst>
              <a:ext uri="{FF2B5EF4-FFF2-40B4-BE49-F238E27FC236}">
                <a16:creationId xmlns:a16="http://schemas.microsoft.com/office/drawing/2014/main" id="{A04F26B9-B28E-8D10-94D1-04FE26C51C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V="1">
            <a:off x="10693958" y="4558433"/>
            <a:ext cx="1498042" cy="229956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Freeform: Shape 59">
            <a:extLst>
              <a:ext uri="{FF2B5EF4-FFF2-40B4-BE49-F238E27FC236}">
                <a16:creationId xmlns:a16="http://schemas.microsoft.com/office/drawing/2014/main" id="{4947CEF4-1632-7EBE-80C3-C52AE183F6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10693958" y="4558438"/>
            <a:ext cx="1498042" cy="2299562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3" name="Text Placeholder 2">
            <a:extLs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5680042" y="1649960"/>
            <a:ext cx="831916" cy="597807"/>
          </a:xfrm>
        </p:spPr>
        <p:txBody>
          <a:bodyPr lIns="0" tIns="0" rIns="0" bIns="0" anchor="b">
            <a:noAutofit/>
          </a:bodyPr>
          <a:lstStyle>
            <a:lvl1pPr marL="0" indent="0" algn="ctr">
              <a:buNone/>
              <a:defRPr sz="2600" baseline="0">
                <a:solidFill>
                  <a:schemeClr val="tx1"/>
                </a:solidFill>
                <a:latin typeface="+mj-lt"/>
                <a:ea typeface="+mj-ea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01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3575A47E-66DF-0DFE-6068-FCE75A83C7A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28202" y="2558836"/>
            <a:ext cx="6735597" cy="2536289"/>
          </a:xfrm>
        </p:spPr>
        <p:txBody>
          <a:bodyPr lIns="0" tIns="0" rIns="0" bIns="0" anchor="t">
            <a:noAutofit/>
          </a:bodyPr>
          <a:lstStyle>
            <a:lvl1pPr algn="ctr"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9054A355-1144-8E9E-0708-A56938F03394}"/>
              </a:ext>
            </a:extLst>
          </p:cNvPr>
          <p:cNvSpPr>
            <a:spLocks noGrp="1"/>
          </p:cNvSpPr>
          <p:nvPr>
            <p:ph type="dt" sz="half" idx="13"/>
          </p:nvPr>
        </p:nvSpPr>
        <p:spPr>
          <a:xfrm>
            <a:off x="657225" y="6400800"/>
            <a:ext cx="2743200" cy="266700"/>
          </a:xfrm>
        </p:spPr>
        <p:txBody>
          <a:bodyPr lIns="0" tIns="0" rIns="0" b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altLang="zh-CN" dirty="0"/>
              <a:t>03/12/2025</a:t>
            </a:r>
            <a:fld id="{FD138C57-8E3B-4697-92F8-0ED9B71F7E17}" type="datetime1">
              <a:rPr lang="en-US" smtClean="0"/>
              <a:pPr/>
              <a:t>4/15/2026</a:t>
            </a:fld>
            <a:endParaRPr lang="en-US"/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DB79E66C-660C-8962-2CA8-5B57D17133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 lIns="0" tIns="0" rIns="0" bIns="0"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4AF8B1-E706-AD9A-FD16-CE6704805A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 lIns="0" tIns="0" rIns="0" bIns="0"/>
          <a:lstStyle>
            <a:lvl1pPr algn="r"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Rectangle 6">
            <a:extLst>
              <a:ext uri="{FF2B5EF4-FFF2-40B4-BE49-F238E27FC236}">
                <a16:creationId xmlns:a16="http://schemas.microsoft.com/office/drawing/2014/main" id="{AE61E74D-D5FA-5080-2F53-0087775B37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>
            <a:off x="1" y="0"/>
            <a:ext cx="1498041" cy="245649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18" name="Freeform: Shape 59">
            <a:extLst>
              <a:ext uri="{FF2B5EF4-FFF2-40B4-BE49-F238E27FC236}">
                <a16:creationId xmlns:a16="http://schemas.microsoft.com/office/drawing/2014/main" id="{470C155E-4CCC-564B-027C-CDC41E3739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0" y="-1"/>
            <a:ext cx="1489338" cy="2456489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14" name="Rectangle 6">
            <a:extLst>
              <a:ext uri="{FF2B5EF4-FFF2-40B4-BE49-F238E27FC236}">
                <a16:creationId xmlns:a16="http://schemas.microsoft.com/office/drawing/2014/main" id="{7285D770-FD07-EC97-B009-40BA4F4D0F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>
            <a:off x="1" y="2456494"/>
            <a:ext cx="1498041" cy="2101947"/>
          </a:xfrm>
          <a:prstGeom prst="rect">
            <a:avLst/>
          </a:pr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5" name="Freeform: Shape 9">
            <a:extLst>
              <a:ext uri="{FF2B5EF4-FFF2-40B4-BE49-F238E27FC236}">
                <a16:creationId xmlns:a16="http://schemas.microsoft.com/office/drawing/2014/main" id="{9F696CCD-6826-7E03-C9F2-76B5BC1397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0" y="3813296"/>
            <a:ext cx="1497360" cy="745145"/>
          </a:xfrm>
          <a:custGeom>
            <a:avLst/>
            <a:gdLst>
              <a:gd name="connsiteX0" fmla="*/ 0 w 2351450"/>
              <a:gd name="connsiteY0" fmla="*/ 0 h 1170173"/>
              <a:gd name="connsiteX1" fmla="*/ 2351450 w 2351450"/>
              <a:gd name="connsiteY1" fmla="*/ 0 h 1170173"/>
              <a:gd name="connsiteX2" fmla="*/ 2345674 w 2351450"/>
              <a:gd name="connsiteY2" fmla="*/ 114394 h 1170173"/>
              <a:gd name="connsiteX3" fmla="*/ 1175725 w 2351450"/>
              <a:gd name="connsiteY3" fmla="*/ 1170173 h 1170173"/>
              <a:gd name="connsiteX4" fmla="*/ 5777 w 2351450"/>
              <a:gd name="connsiteY4" fmla="*/ 114394 h 11701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51450" h="1170173">
                <a:moveTo>
                  <a:pt x="0" y="0"/>
                </a:moveTo>
                <a:lnTo>
                  <a:pt x="2351450" y="0"/>
                </a:lnTo>
                <a:lnTo>
                  <a:pt x="2345674" y="114394"/>
                </a:lnTo>
                <a:cubicBezTo>
                  <a:pt x="2285450" y="707410"/>
                  <a:pt x="1784630" y="1170173"/>
                  <a:pt x="1175725" y="1170173"/>
                </a:cubicBezTo>
                <a:cubicBezTo>
                  <a:pt x="566821" y="1170173"/>
                  <a:pt x="66001" y="707410"/>
                  <a:pt x="5777" y="1143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GB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91A24A50-A008-86B3-5F54-E8B7B3A9C7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10693958" y="0"/>
            <a:ext cx="1498041" cy="245649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9" name="Freeform: Shape 59">
            <a:extLst>
              <a:ext uri="{FF2B5EF4-FFF2-40B4-BE49-F238E27FC236}">
                <a16:creationId xmlns:a16="http://schemas.microsoft.com/office/drawing/2014/main" id="{C476D228-FB57-F7F8-C68A-E3413EFE8E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10702662" y="-1"/>
            <a:ext cx="1489338" cy="2456489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2" name="Rectangle 6">
            <a:extLst>
              <a:ext uri="{FF2B5EF4-FFF2-40B4-BE49-F238E27FC236}">
                <a16:creationId xmlns:a16="http://schemas.microsoft.com/office/drawing/2014/main" id="{03673381-EECC-4D46-EDE7-C5E028BE1F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10693958" y="2456494"/>
            <a:ext cx="1498041" cy="2101947"/>
          </a:xfrm>
          <a:prstGeom prst="rect">
            <a:avLst/>
          </a:pr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6" name="Freeform: Shape 9">
            <a:extLst>
              <a:ext uri="{FF2B5EF4-FFF2-40B4-BE49-F238E27FC236}">
                <a16:creationId xmlns:a16="http://schemas.microsoft.com/office/drawing/2014/main" id="{4441DE95-147E-9B38-A464-7A9CF35CE2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10693958" y="3813296"/>
            <a:ext cx="1497360" cy="745145"/>
          </a:xfrm>
          <a:custGeom>
            <a:avLst/>
            <a:gdLst>
              <a:gd name="connsiteX0" fmla="*/ 0 w 2351450"/>
              <a:gd name="connsiteY0" fmla="*/ 0 h 1170173"/>
              <a:gd name="connsiteX1" fmla="*/ 2351450 w 2351450"/>
              <a:gd name="connsiteY1" fmla="*/ 0 h 1170173"/>
              <a:gd name="connsiteX2" fmla="*/ 2345674 w 2351450"/>
              <a:gd name="connsiteY2" fmla="*/ 114394 h 1170173"/>
              <a:gd name="connsiteX3" fmla="*/ 1175725 w 2351450"/>
              <a:gd name="connsiteY3" fmla="*/ 1170173 h 1170173"/>
              <a:gd name="connsiteX4" fmla="*/ 5777 w 2351450"/>
              <a:gd name="connsiteY4" fmla="*/ 114394 h 11701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51450" h="1170173">
                <a:moveTo>
                  <a:pt x="0" y="0"/>
                </a:moveTo>
                <a:lnTo>
                  <a:pt x="2351450" y="0"/>
                </a:lnTo>
                <a:lnTo>
                  <a:pt x="2345674" y="114394"/>
                </a:lnTo>
                <a:cubicBezTo>
                  <a:pt x="2285450" y="707410"/>
                  <a:pt x="1784630" y="1170173"/>
                  <a:pt x="1175725" y="1170173"/>
                </a:cubicBezTo>
                <a:cubicBezTo>
                  <a:pt x="566821" y="1170173"/>
                  <a:pt x="66001" y="707410"/>
                  <a:pt x="5777" y="1143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530379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,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9591D9F7-2AF5-7E15-28CD-C5189318CC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010775" y="0"/>
            <a:ext cx="2181225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F402BE0-455F-CF23-B696-A4F06F4410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191875" y="5862637"/>
            <a:ext cx="1000125" cy="100012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3575A47E-66DF-0DFE-6068-FCE75A83C7A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22364" y="2558836"/>
            <a:ext cx="6735597" cy="3793838"/>
          </a:xfrm>
        </p:spPr>
        <p:txBody>
          <a:bodyPr lIns="0" tIns="0" rIns="0" bIns="0" anchor="t">
            <a:noAutofit/>
          </a:bodyPr>
          <a:lstStyle>
            <a:lvl1pPr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54D9E87A-1CDC-4014-2314-39FC7B07C83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961313" y="1316038"/>
            <a:ext cx="3230562" cy="4541837"/>
          </a:xfrm>
          <a:noFill/>
        </p:spPr>
        <p:txBody>
          <a:bodyPr/>
          <a:lstStyle/>
          <a:p>
            <a:endParaRPr lang="zh-CN" altLang="en-US"/>
          </a:p>
        </p:txBody>
      </p:sp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9054A355-1144-8E9E-0708-A56938F03394}"/>
              </a:ext>
            </a:extLst>
          </p:cNvPr>
          <p:cNvSpPr>
            <a:spLocks noGrp="1"/>
          </p:cNvSpPr>
          <p:nvPr>
            <p:ph type="dt" sz="half" idx="13"/>
          </p:nvPr>
        </p:nvSpPr>
        <p:spPr>
          <a:xfrm>
            <a:off x="657225" y="6400800"/>
            <a:ext cx="2743200" cy="266700"/>
          </a:xfrm>
        </p:spPr>
        <p:txBody>
          <a:bodyPr/>
          <a:lstStyle/>
          <a:p>
            <a:r>
              <a:rPr lang="en-US" altLang="zh-CN" dirty="0"/>
              <a:t>03/12/2025</a:t>
            </a:r>
            <a:fld id="{FD138C57-8E3B-4697-92F8-0ED9B71F7E17}" type="datetime1">
              <a:rPr lang="en-US" smtClean="0"/>
              <a:t>4/15/2026</a:t>
            </a:fld>
            <a:endParaRPr lang="en-US"/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DB79E66C-660C-8962-2CA8-5B57D17133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4AF8B1-E706-AD9A-FD16-CE6704805A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EADD3443-0734-5152-8D04-B2D9411015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972301" y="0"/>
            <a:ext cx="561975" cy="1123950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90703BCA-69C2-3D24-7F07-71DD32C3B7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600951" y="0"/>
            <a:ext cx="561975" cy="1123950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855414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,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9591D9F7-2AF5-7E15-28CD-C5189318CC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0" y="0"/>
            <a:ext cx="2181225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F402BE0-455F-CF23-B696-A4F06F4410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0" y="5862637"/>
            <a:ext cx="1000125" cy="100012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3575A47E-66DF-0DFE-6068-FCE75A83C7A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46653" y="2558836"/>
            <a:ext cx="6735597" cy="3793838"/>
          </a:xfrm>
        </p:spPr>
        <p:txBody>
          <a:bodyPr lIns="0" tIns="0" rIns="0" bIns="0" anchor="t">
            <a:noAutofit/>
          </a:bodyPr>
          <a:lstStyle>
            <a:lvl1pPr algn="r"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54D9E87A-1CDC-4014-2314-39FC7B07C83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 flipH="1">
            <a:off x="1000125" y="1316037"/>
            <a:ext cx="3230562" cy="4541837"/>
          </a:xfrm>
          <a:noFill/>
        </p:spPr>
        <p:txBody>
          <a:bodyPr/>
          <a:lstStyle/>
          <a:p>
            <a:endParaRPr lang="zh-CN" altLang="en-US"/>
          </a:p>
        </p:txBody>
      </p:sp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940B915B-DDF9-DD98-A561-3684DEE38343}"/>
              </a:ext>
            </a:extLst>
          </p:cNvPr>
          <p:cNvSpPr>
            <a:spLocks noGrp="1"/>
          </p:cNvSpPr>
          <p:nvPr>
            <p:ph type="dt" sz="half" idx="13"/>
          </p:nvPr>
        </p:nvSpPr>
        <p:spPr>
          <a:xfrm>
            <a:off x="1174751" y="6400800"/>
            <a:ext cx="2743200" cy="266700"/>
          </a:xfrm>
        </p:spPr>
        <p:txBody>
          <a:bodyPr lIns="0" tIns="0" rIns="0" b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altLang="zh-CN" dirty="0"/>
              <a:t>03/12/2025</a:t>
            </a:r>
            <a:fld id="{FD138C57-8E3B-4697-92F8-0ED9B71F7E17}" type="datetime1">
              <a:rPr lang="en-US" smtClean="0"/>
              <a:pPr/>
              <a:t>4/15/2026</a:t>
            </a:fld>
            <a:endParaRPr lang="en-US"/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DB79E66C-660C-8962-2CA8-5B57D17133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 lIns="0" tIns="0" rIns="0" bIns="0"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4AF8B1-E706-AD9A-FD16-CE6704805A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 lIns="0" tIns="0" rIns="0" bIns="0"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90703BCA-69C2-3D24-7F07-71DD32C3B7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4029074" y="0"/>
            <a:ext cx="561975" cy="1123950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EADD3443-0734-5152-8D04-B2D9411015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4657724" y="0"/>
            <a:ext cx="561975" cy="1123950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5328178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8">
            <a:extLst>
              <a:ext uri="{FF2B5EF4-FFF2-40B4-BE49-F238E27FC236}">
                <a16:creationId xmlns:a16="http://schemas.microsoft.com/office/drawing/2014/main" id="{5EA40962-D6F9-CBBE-FF2C-4EC3830F9D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 flipV="1">
            <a:off x="0" y="4558433"/>
            <a:ext cx="1498042" cy="229956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Freeform: Shape 59">
            <a:extLst>
              <a:ext uri="{FF2B5EF4-FFF2-40B4-BE49-F238E27FC236}">
                <a16:creationId xmlns:a16="http://schemas.microsoft.com/office/drawing/2014/main" id="{EC816DDB-9EA2-DF6E-AAED-1B18863E58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0" y="4558438"/>
            <a:ext cx="1498042" cy="2299562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5" name="Rectangle 8">
            <a:extLst>
              <a:ext uri="{FF2B5EF4-FFF2-40B4-BE49-F238E27FC236}">
                <a16:creationId xmlns:a16="http://schemas.microsoft.com/office/drawing/2014/main" id="{A04F26B9-B28E-8D10-94D1-04FE26C51C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V="1">
            <a:off x="10693958" y="4558433"/>
            <a:ext cx="1498042" cy="229956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Freeform: Shape 59">
            <a:extLst>
              <a:ext uri="{FF2B5EF4-FFF2-40B4-BE49-F238E27FC236}">
                <a16:creationId xmlns:a16="http://schemas.microsoft.com/office/drawing/2014/main" id="{4947CEF4-1632-7EBE-80C3-C52AE183F6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10693958" y="4558438"/>
            <a:ext cx="1498042" cy="2299562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3575A47E-66DF-0DFE-6068-FCE75A83C7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28202" y="2160856"/>
            <a:ext cx="6735597" cy="2536289"/>
          </a:xfrm>
        </p:spPr>
        <p:txBody>
          <a:bodyPr lIns="0" tIns="0" rIns="0" bIns="0" anchor="ctr">
            <a:noAutofit/>
          </a:bodyPr>
          <a:lstStyle>
            <a:lvl1pPr algn="ctr"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9054A355-1144-8E9E-0708-A56938F03394}"/>
              </a:ext>
            </a:extLst>
          </p:cNvPr>
          <p:cNvSpPr>
            <a:spLocks noGrp="1"/>
          </p:cNvSpPr>
          <p:nvPr>
            <p:ph type="dt" sz="half" idx="13"/>
          </p:nvPr>
        </p:nvSpPr>
        <p:spPr>
          <a:xfrm>
            <a:off x="657225" y="6400800"/>
            <a:ext cx="2743200" cy="266700"/>
          </a:xfrm>
        </p:spPr>
        <p:txBody>
          <a:bodyPr lIns="0" tIns="0" rIns="0" b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altLang="zh-CN" dirty="0"/>
              <a:t>03/12/2025</a:t>
            </a:r>
            <a:fld id="{FD138C57-8E3B-4697-92F8-0ED9B71F7E17}" type="datetime1">
              <a:rPr lang="en-US" smtClean="0"/>
              <a:pPr/>
              <a:t>4/15/2026</a:t>
            </a:fld>
            <a:endParaRPr lang="en-US"/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DB79E66C-660C-8962-2CA8-5B57D17133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 lIns="0" tIns="0" rIns="0" bIns="0"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4AF8B1-E706-AD9A-FD16-CE6704805A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 lIns="0" tIns="0" rIns="0" bIns="0"/>
          <a:lstStyle>
            <a:lvl1pPr algn="r"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Rectangle 6">
            <a:extLst>
              <a:ext uri="{FF2B5EF4-FFF2-40B4-BE49-F238E27FC236}">
                <a16:creationId xmlns:a16="http://schemas.microsoft.com/office/drawing/2014/main" id="{AE61E74D-D5FA-5080-2F53-0087775B37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>
            <a:off x="1" y="0"/>
            <a:ext cx="1498041" cy="245649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18" name="Freeform: Shape 59">
            <a:extLst>
              <a:ext uri="{FF2B5EF4-FFF2-40B4-BE49-F238E27FC236}">
                <a16:creationId xmlns:a16="http://schemas.microsoft.com/office/drawing/2014/main" id="{470C155E-4CCC-564B-027C-CDC41E3739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0" y="-1"/>
            <a:ext cx="1489338" cy="2456489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14" name="Rectangle 6">
            <a:extLst>
              <a:ext uri="{FF2B5EF4-FFF2-40B4-BE49-F238E27FC236}">
                <a16:creationId xmlns:a16="http://schemas.microsoft.com/office/drawing/2014/main" id="{7285D770-FD07-EC97-B009-40BA4F4D0F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>
            <a:off x="1" y="2456494"/>
            <a:ext cx="1498041" cy="2101947"/>
          </a:xfrm>
          <a:prstGeom prst="rect">
            <a:avLst/>
          </a:pr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5" name="Freeform: Shape 9">
            <a:extLst>
              <a:ext uri="{FF2B5EF4-FFF2-40B4-BE49-F238E27FC236}">
                <a16:creationId xmlns:a16="http://schemas.microsoft.com/office/drawing/2014/main" id="{9F696CCD-6826-7E03-C9F2-76B5BC1397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0" y="3813296"/>
            <a:ext cx="1497360" cy="745145"/>
          </a:xfrm>
          <a:custGeom>
            <a:avLst/>
            <a:gdLst>
              <a:gd name="connsiteX0" fmla="*/ 0 w 2351450"/>
              <a:gd name="connsiteY0" fmla="*/ 0 h 1170173"/>
              <a:gd name="connsiteX1" fmla="*/ 2351450 w 2351450"/>
              <a:gd name="connsiteY1" fmla="*/ 0 h 1170173"/>
              <a:gd name="connsiteX2" fmla="*/ 2345674 w 2351450"/>
              <a:gd name="connsiteY2" fmla="*/ 114394 h 1170173"/>
              <a:gd name="connsiteX3" fmla="*/ 1175725 w 2351450"/>
              <a:gd name="connsiteY3" fmla="*/ 1170173 h 1170173"/>
              <a:gd name="connsiteX4" fmla="*/ 5777 w 2351450"/>
              <a:gd name="connsiteY4" fmla="*/ 114394 h 11701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51450" h="1170173">
                <a:moveTo>
                  <a:pt x="0" y="0"/>
                </a:moveTo>
                <a:lnTo>
                  <a:pt x="2351450" y="0"/>
                </a:lnTo>
                <a:lnTo>
                  <a:pt x="2345674" y="114394"/>
                </a:lnTo>
                <a:cubicBezTo>
                  <a:pt x="2285450" y="707410"/>
                  <a:pt x="1784630" y="1170173"/>
                  <a:pt x="1175725" y="1170173"/>
                </a:cubicBezTo>
                <a:cubicBezTo>
                  <a:pt x="566821" y="1170173"/>
                  <a:pt x="66001" y="707410"/>
                  <a:pt x="5777" y="1143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GB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91A24A50-A008-86B3-5F54-E8B7B3A9C7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10693958" y="0"/>
            <a:ext cx="1498041" cy="245649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9" name="Freeform: Shape 59">
            <a:extLst>
              <a:ext uri="{FF2B5EF4-FFF2-40B4-BE49-F238E27FC236}">
                <a16:creationId xmlns:a16="http://schemas.microsoft.com/office/drawing/2014/main" id="{C476D228-FB57-F7F8-C68A-E3413EFE8E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10702662" y="-1"/>
            <a:ext cx="1489338" cy="2456489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2" name="Rectangle 6">
            <a:extLst>
              <a:ext uri="{FF2B5EF4-FFF2-40B4-BE49-F238E27FC236}">
                <a16:creationId xmlns:a16="http://schemas.microsoft.com/office/drawing/2014/main" id="{03673381-EECC-4D46-EDE7-C5E028BE1F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10693958" y="2456494"/>
            <a:ext cx="1498041" cy="2101947"/>
          </a:xfrm>
          <a:prstGeom prst="rect">
            <a:avLst/>
          </a:pr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6" name="Freeform: Shape 9">
            <a:extLst>
              <a:ext uri="{FF2B5EF4-FFF2-40B4-BE49-F238E27FC236}">
                <a16:creationId xmlns:a16="http://schemas.microsoft.com/office/drawing/2014/main" id="{4441DE95-147E-9B38-A464-7A9CF35CE2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10693958" y="3813296"/>
            <a:ext cx="1497360" cy="745145"/>
          </a:xfrm>
          <a:custGeom>
            <a:avLst/>
            <a:gdLst>
              <a:gd name="connsiteX0" fmla="*/ 0 w 2351450"/>
              <a:gd name="connsiteY0" fmla="*/ 0 h 1170173"/>
              <a:gd name="connsiteX1" fmla="*/ 2351450 w 2351450"/>
              <a:gd name="connsiteY1" fmla="*/ 0 h 1170173"/>
              <a:gd name="connsiteX2" fmla="*/ 2345674 w 2351450"/>
              <a:gd name="connsiteY2" fmla="*/ 114394 h 1170173"/>
              <a:gd name="connsiteX3" fmla="*/ 1175725 w 2351450"/>
              <a:gd name="connsiteY3" fmla="*/ 1170173 h 1170173"/>
              <a:gd name="connsiteX4" fmla="*/ 5777 w 2351450"/>
              <a:gd name="connsiteY4" fmla="*/ 114394 h 11701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51450" h="1170173">
                <a:moveTo>
                  <a:pt x="0" y="0"/>
                </a:moveTo>
                <a:lnTo>
                  <a:pt x="2351450" y="0"/>
                </a:lnTo>
                <a:lnTo>
                  <a:pt x="2345674" y="114394"/>
                </a:lnTo>
                <a:cubicBezTo>
                  <a:pt x="2285450" y="707410"/>
                  <a:pt x="1784630" y="1170173"/>
                  <a:pt x="1175725" y="1170173"/>
                </a:cubicBezTo>
                <a:cubicBezTo>
                  <a:pt x="566821" y="1170173"/>
                  <a:pt x="66001" y="707410"/>
                  <a:pt x="5777" y="1143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7174923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, 6 item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5CAAAA72-0635-9135-A730-ECC45A43970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4000" y="886783"/>
            <a:ext cx="10504000" cy="1132258"/>
          </a:xfrm>
        </p:spPr>
        <p:txBody>
          <a:bodyPr anchor="ctr">
            <a:noAutofit/>
          </a:bodyPr>
          <a:lstStyle>
            <a:lvl1pPr algn="ctr"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678F1E9F-8DC0-3F47-3713-0A6BECA4A23E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42963" y="2483403"/>
            <a:ext cx="434758" cy="385763"/>
          </a:xfrm>
        </p:spPr>
        <p:txBody>
          <a:bodyPr lIns="0" tIns="0" rIns="0" bIns="0" anchor="b">
            <a:noAutofit/>
          </a:bodyPr>
          <a:lstStyle>
            <a:lvl1pPr marL="0" indent="0" algn="ctr">
              <a:buNone/>
              <a:defRPr>
                <a:latin typeface="+mj-lt"/>
              </a:defRPr>
            </a:lvl1pPr>
          </a:lstStyle>
          <a:p>
            <a:pPr lvl="0"/>
            <a:r>
              <a:rPr lang="en-GB"/>
              <a:t>01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15229F71-3CE4-1A56-A454-B19344890E24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384268" y="2308163"/>
            <a:ext cx="2812863" cy="788962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aseline="0">
                <a:latin typeface="+mj-lt"/>
                <a:ea typeface="+mj-ea"/>
              </a:defRPr>
            </a:lvl1pPr>
            <a:lvl2pPr>
              <a:lnSpc>
                <a:spcPct val="100000"/>
              </a:lnSpc>
              <a:spcBef>
                <a:spcPts val="0"/>
              </a:spcBef>
              <a:defRPr sz="1800" baseline="0">
                <a:latin typeface="+mj-lt"/>
                <a:ea typeface="+mj-ea"/>
              </a:defRPr>
            </a:lvl2pPr>
            <a:lvl3pPr>
              <a:lnSpc>
                <a:spcPct val="100000"/>
              </a:lnSpc>
              <a:spcBef>
                <a:spcPts val="0"/>
              </a:spcBef>
              <a:defRPr sz="1800" baseline="0">
                <a:latin typeface="+mj-lt"/>
                <a:ea typeface="+mj-ea"/>
              </a:defRPr>
            </a:lvl3pPr>
            <a:lvl4pPr>
              <a:lnSpc>
                <a:spcPct val="100000"/>
              </a:lnSpc>
              <a:spcBef>
                <a:spcPts val="0"/>
              </a:spcBef>
              <a:defRPr sz="1800" baseline="0">
                <a:latin typeface="+mj-lt"/>
                <a:ea typeface="+mj-ea"/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1800" baseline="0">
                <a:latin typeface="+mj-lt"/>
                <a:ea typeface="+mj-ea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3" name="Content Placeholder 2">
            <a:extLst>
              <a:ext uri="{FF2B5EF4-FFF2-40B4-BE49-F238E27FC236}">
                <a16:creationId xmlns:a16="http://schemas.microsoft.com/office/drawing/2014/main" id="{12F71417-AF87-8BCD-86C2-D6D8455F6759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1384403" y="3221092"/>
            <a:ext cx="2812594" cy="720588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spcBef>
                <a:spcPts val="0"/>
              </a:spcBef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spcBef>
                <a:spcPts val="0"/>
              </a:spcBef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spcBef>
                <a:spcPts val="0"/>
              </a:spcBef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  <a:endParaRPr lang="en-US"/>
          </a:p>
        </p:txBody>
      </p:sp>
      <p:sp>
        <p:nvSpPr>
          <p:cNvPr id="15" name="Text Placeholder 12">
            <a:extLst>
              <a:ext uri="{FF2B5EF4-FFF2-40B4-BE49-F238E27FC236}">
                <a16:creationId xmlns:a16="http://schemas.microsoft.com/office/drawing/2014/main" id="{7EF0D168-760E-3567-B5E3-6EB79B152A58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4421805" y="2483403"/>
            <a:ext cx="434758" cy="385763"/>
          </a:xfrm>
        </p:spPr>
        <p:txBody>
          <a:bodyPr lIns="0" tIns="0" rIns="0" bIns="0" anchor="b">
            <a:noAutofit/>
          </a:bodyPr>
          <a:lstStyle>
            <a:lvl1pPr marL="0" indent="0" algn="ctr">
              <a:buNone/>
              <a:defRPr>
                <a:latin typeface="+mj-lt"/>
              </a:defRPr>
            </a:lvl1pPr>
          </a:lstStyle>
          <a:p>
            <a:pPr lvl="0"/>
            <a:r>
              <a:rPr lang="en-GB"/>
              <a:t>02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80ECA0-C9A9-7F6F-DDEE-49117E596C86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962577" y="2308163"/>
            <a:ext cx="2812863" cy="788962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aseline="0">
                <a:latin typeface="+mj-lt"/>
                <a:ea typeface="+mj-ea"/>
              </a:defRPr>
            </a:lvl1pPr>
            <a:lvl2pPr>
              <a:lnSpc>
                <a:spcPct val="100000"/>
              </a:lnSpc>
              <a:spcBef>
                <a:spcPts val="0"/>
              </a:spcBef>
              <a:defRPr sz="1800" baseline="0">
                <a:latin typeface="+mj-lt"/>
                <a:ea typeface="+mj-ea"/>
              </a:defRPr>
            </a:lvl2pPr>
            <a:lvl3pPr>
              <a:lnSpc>
                <a:spcPct val="100000"/>
              </a:lnSpc>
              <a:spcBef>
                <a:spcPts val="0"/>
              </a:spcBef>
              <a:defRPr sz="1800" baseline="0">
                <a:latin typeface="+mj-lt"/>
                <a:ea typeface="+mj-ea"/>
              </a:defRPr>
            </a:lvl3pPr>
            <a:lvl4pPr>
              <a:lnSpc>
                <a:spcPct val="100000"/>
              </a:lnSpc>
              <a:spcBef>
                <a:spcPts val="0"/>
              </a:spcBef>
              <a:defRPr sz="1800" baseline="0">
                <a:latin typeface="+mj-lt"/>
                <a:ea typeface="+mj-ea"/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1800" baseline="0">
                <a:latin typeface="+mj-lt"/>
                <a:ea typeface="+mj-ea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6" name="Content Placeholder 2">
            <a:extLst>
              <a:ext uri="{FF2B5EF4-FFF2-40B4-BE49-F238E27FC236}">
                <a16:creationId xmlns:a16="http://schemas.microsoft.com/office/drawing/2014/main" id="{CB9C6248-FAAF-2686-9707-F8099CFE5465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4962712" y="3221092"/>
            <a:ext cx="2812594" cy="720588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spcBef>
                <a:spcPts val="0"/>
              </a:spcBef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spcBef>
                <a:spcPts val="0"/>
              </a:spcBef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spcBef>
                <a:spcPts val="0"/>
              </a:spcBef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  <a:endParaRPr lang="en-US"/>
          </a:p>
        </p:txBody>
      </p:sp>
      <p:sp>
        <p:nvSpPr>
          <p:cNvPr id="21" name="Text Placeholder 12">
            <a:extLst>
              <a:ext uri="{FF2B5EF4-FFF2-40B4-BE49-F238E27FC236}">
                <a16:creationId xmlns:a16="http://schemas.microsoft.com/office/drawing/2014/main" id="{C9235EC0-5363-881D-ECDD-99F83432317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7994871" y="2483403"/>
            <a:ext cx="434758" cy="385763"/>
          </a:xfrm>
        </p:spPr>
        <p:txBody>
          <a:bodyPr lIns="0" tIns="0" rIns="0" bIns="0" anchor="b">
            <a:noAutofit/>
          </a:bodyPr>
          <a:lstStyle>
            <a:lvl1pPr marL="0" indent="0" algn="ctr">
              <a:buNone/>
              <a:defRPr>
                <a:latin typeface="+mj-lt"/>
              </a:defRPr>
            </a:lvl1pPr>
          </a:lstStyle>
          <a:p>
            <a:pPr lvl="0"/>
            <a:r>
              <a:rPr lang="en-GB"/>
              <a:t>03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C787FA2C-E603-94B3-BA10-F6645705849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535137" y="2308163"/>
            <a:ext cx="2812863" cy="788962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aseline="0">
                <a:latin typeface="+mj-lt"/>
                <a:ea typeface="+mj-ea"/>
              </a:defRPr>
            </a:lvl1pPr>
            <a:lvl2pPr>
              <a:lnSpc>
                <a:spcPct val="100000"/>
              </a:lnSpc>
              <a:spcBef>
                <a:spcPts val="0"/>
              </a:spcBef>
              <a:defRPr sz="1800" baseline="0">
                <a:latin typeface="+mj-lt"/>
                <a:ea typeface="+mj-ea"/>
              </a:defRPr>
            </a:lvl2pPr>
            <a:lvl3pPr>
              <a:lnSpc>
                <a:spcPct val="100000"/>
              </a:lnSpc>
              <a:spcBef>
                <a:spcPts val="0"/>
              </a:spcBef>
              <a:defRPr sz="1800" baseline="0">
                <a:latin typeface="+mj-lt"/>
                <a:ea typeface="+mj-ea"/>
              </a:defRPr>
            </a:lvl3pPr>
            <a:lvl4pPr>
              <a:lnSpc>
                <a:spcPct val="100000"/>
              </a:lnSpc>
              <a:spcBef>
                <a:spcPts val="0"/>
              </a:spcBef>
              <a:defRPr sz="1800" baseline="0">
                <a:latin typeface="+mj-lt"/>
                <a:ea typeface="+mj-ea"/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1800" baseline="0">
                <a:latin typeface="+mj-lt"/>
                <a:ea typeface="+mj-ea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9" name="Content Placeholder 2">
            <a:extLst>
              <a:ext uri="{FF2B5EF4-FFF2-40B4-BE49-F238E27FC236}">
                <a16:creationId xmlns:a16="http://schemas.microsoft.com/office/drawing/2014/main" id="{7664AE50-9F09-679F-6A2C-FCFE2305B0FB}"/>
              </a:ext>
            </a:extLst>
          </p:cNvPr>
          <p:cNvSpPr>
            <a:spLocks noGrp="1"/>
          </p:cNvSpPr>
          <p:nvPr>
            <p:ph idx="19"/>
          </p:nvPr>
        </p:nvSpPr>
        <p:spPr>
          <a:xfrm>
            <a:off x="8541021" y="3221092"/>
            <a:ext cx="2812594" cy="720588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spcBef>
                <a:spcPts val="0"/>
              </a:spcBef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spcBef>
                <a:spcPts val="0"/>
              </a:spcBef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spcBef>
                <a:spcPts val="0"/>
              </a:spcBef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  <a:endParaRPr lang="en-US"/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D091BDB1-D06A-F20F-BD0A-FA4BEE12E67F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842963" y="4344531"/>
            <a:ext cx="434758" cy="385763"/>
          </a:xfrm>
        </p:spPr>
        <p:txBody>
          <a:bodyPr lIns="0" tIns="0" rIns="0" bIns="0" anchor="b">
            <a:noAutofit/>
          </a:bodyPr>
          <a:lstStyle>
            <a:lvl1pPr marL="0" indent="0" algn="ctr">
              <a:buNone/>
              <a:defRPr>
                <a:latin typeface="+mj-lt"/>
              </a:defRPr>
            </a:lvl1pPr>
          </a:lstStyle>
          <a:p>
            <a:pPr lvl="0"/>
            <a:r>
              <a:rPr lang="en-GB"/>
              <a:t>04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34B2A11E-0D27-4D46-A91D-448866797E48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1384268" y="4174631"/>
            <a:ext cx="2812863" cy="788962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aseline="0">
                <a:latin typeface="+mj-lt"/>
                <a:ea typeface="+mj-ea"/>
              </a:defRPr>
            </a:lvl1pPr>
            <a:lvl2pPr>
              <a:lnSpc>
                <a:spcPct val="100000"/>
              </a:lnSpc>
              <a:spcBef>
                <a:spcPts val="0"/>
              </a:spcBef>
              <a:defRPr sz="1800" baseline="0">
                <a:latin typeface="+mj-lt"/>
                <a:ea typeface="+mj-ea"/>
              </a:defRPr>
            </a:lvl2pPr>
            <a:lvl3pPr>
              <a:lnSpc>
                <a:spcPct val="100000"/>
              </a:lnSpc>
              <a:spcBef>
                <a:spcPts val="0"/>
              </a:spcBef>
              <a:defRPr sz="1800" baseline="0">
                <a:latin typeface="+mj-lt"/>
                <a:ea typeface="+mj-ea"/>
              </a:defRPr>
            </a:lvl3pPr>
            <a:lvl4pPr>
              <a:lnSpc>
                <a:spcPct val="100000"/>
              </a:lnSpc>
              <a:spcBef>
                <a:spcPts val="0"/>
              </a:spcBef>
              <a:defRPr sz="1800" baseline="0">
                <a:latin typeface="+mj-lt"/>
                <a:ea typeface="+mj-ea"/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1800" baseline="0">
                <a:latin typeface="+mj-lt"/>
                <a:ea typeface="+mj-ea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2" name="Content Placeholder 2">
            <a:extLst>
              <a:ext uri="{FF2B5EF4-FFF2-40B4-BE49-F238E27FC236}">
                <a16:creationId xmlns:a16="http://schemas.microsoft.com/office/drawing/2014/main" id="{ABE6E289-1987-1965-BF2F-9BA862779B9C}"/>
              </a:ext>
            </a:extLst>
          </p:cNvPr>
          <p:cNvSpPr>
            <a:spLocks noGrp="1"/>
          </p:cNvSpPr>
          <p:nvPr>
            <p:ph idx="22"/>
          </p:nvPr>
        </p:nvSpPr>
        <p:spPr>
          <a:xfrm>
            <a:off x="1384403" y="5087560"/>
            <a:ext cx="2812594" cy="720588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spcBef>
                <a:spcPts val="0"/>
              </a:spcBef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spcBef>
                <a:spcPts val="0"/>
              </a:spcBef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spcBef>
                <a:spcPts val="0"/>
              </a:spcBef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  <a:endParaRPr lang="en-US"/>
          </a:p>
        </p:txBody>
      </p:sp>
      <p:sp>
        <p:nvSpPr>
          <p:cNvPr id="16" name="Text Placeholder 12">
            <a:extLst>
              <a:ext uri="{FF2B5EF4-FFF2-40B4-BE49-F238E27FC236}">
                <a16:creationId xmlns:a16="http://schemas.microsoft.com/office/drawing/2014/main" id="{35A2DADA-11CE-0CFF-67A5-C675A9F7976D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4421805" y="4344531"/>
            <a:ext cx="434758" cy="385763"/>
          </a:xfrm>
        </p:spPr>
        <p:txBody>
          <a:bodyPr lIns="0" tIns="0" rIns="0" bIns="0" anchor="b">
            <a:noAutofit/>
          </a:bodyPr>
          <a:lstStyle>
            <a:lvl1pPr marL="0" indent="0" algn="ctr">
              <a:buNone/>
              <a:defRPr>
                <a:latin typeface="+mj-lt"/>
              </a:defRPr>
            </a:lvl1pPr>
          </a:lstStyle>
          <a:p>
            <a:pPr lvl="0"/>
            <a:r>
              <a:rPr lang="en-GB"/>
              <a:t>05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D89CDCE3-2BC6-3295-3B7D-D64BF96C5457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4962577" y="4174631"/>
            <a:ext cx="2812863" cy="788962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aseline="0">
                <a:latin typeface="+mj-lt"/>
                <a:ea typeface="+mj-ea"/>
              </a:defRPr>
            </a:lvl1pPr>
            <a:lvl2pPr>
              <a:lnSpc>
                <a:spcPct val="100000"/>
              </a:lnSpc>
              <a:spcBef>
                <a:spcPts val="0"/>
              </a:spcBef>
              <a:defRPr sz="1800" baseline="0">
                <a:latin typeface="+mj-lt"/>
                <a:ea typeface="+mj-ea"/>
              </a:defRPr>
            </a:lvl2pPr>
            <a:lvl3pPr>
              <a:lnSpc>
                <a:spcPct val="100000"/>
              </a:lnSpc>
              <a:spcBef>
                <a:spcPts val="0"/>
              </a:spcBef>
              <a:defRPr sz="1800" baseline="0">
                <a:latin typeface="+mj-lt"/>
                <a:ea typeface="+mj-ea"/>
              </a:defRPr>
            </a:lvl3pPr>
            <a:lvl4pPr>
              <a:lnSpc>
                <a:spcPct val="100000"/>
              </a:lnSpc>
              <a:spcBef>
                <a:spcPts val="0"/>
              </a:spcBef>
              <a:defRPr sz="1800" baseline="0">
                <a:latin typeface="+mj-lt"/>
                <a:ea typeface="+mj-ea"/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1800" baseline="0">
                <a:latin typeface="+mj-lt"/>
                <a:ea typeface="+mj-ea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5" name="Content Placeholder 2">
            <a:extLst>
              <a:ext uri="{FF2B5EF4-FFF2-40B4-BE49-F238E27FC236}">
                <a16:creationId xmlns:a16="http://schemas.microsoft.com/office/drawing/2014/main" id="{CD76792D-C530-0E2F-8D16-3B89EFFB4FF6}"/>
              </a:ext>
            </a:extLst>
          </p:cNvPr>
          <p:cNvSpPr>
            <a:spLocks noGrp="1"/>
          </p:cNvSpPr>
          <p:nvPr>
            <p:ph idx="25"/>
          </p:nvPr>
        </p:nvSpPr>
        <p:spPr>
          <a:xfrm>
            <a:off x="4962712" y="5087560"/>
            <a:ext cx="2812594" cy="720588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spcBef>
                <a:spcPts val="0"/>
              </a:spcBef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spcBef>
                <a:spcPts val="0"/>
              </a:spcBef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spcBef>
                <a:spcPts val="0"/>
              </a:spcBef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  <a:endParaRPr lang="en-US"/>
          </a:p>
        </p:txBody>
      </p:sp>
      <p:sp>
        <p:nvSpPr>
          <p:cNvPr id="22" name="Text Placeholder 12">
            <a:extLst>
              <a:ext uri="{FF2B5EF4-FFF2-40B4-BE49-F238E27FC236}">
                <a16:creationId xmlns:a16="http://schemas.microsoft.com/office/drawing/2014/main" id="{436CB067-7239-D038-646D-52E7105AE7E0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7994871" y="4344531"/>
            <a:ext cx="434758" cy="385763"/>
          </a:xfrm>
        </p:spPr>
        <p:txBody>
          <a:bodyPr lIns="0" tIns="0" rIns="0" bIns="0" anchor="b">
            <a:noAutofit/>
          </a:bodyPr>
          <a:lstStyle>
            <a:lvl1pPr marL="0" indent="0" algn="ctr">
              <a:buNone/>
              <a:defRPr>
                <a:latin typeface="+mj-lt"/>
              </a:defRPr>
            </a:lvl1pPr>
          </a:lstStyle>
          <a:p>
            <a:pPr lvl="0"/>
            <a:r>
              <a:rPr lang="en-GB"/>
              <a:t>06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4BA33470-6404-0E70-04B0-CDCAA18D4361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535137" y="4174631"/>
            <a:ext cx="2812863" cy="788962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aseline="0">
                <a:latin typeface="+mj-lt"/>
                <a:ea typeface="+mj-ea"/>
              </a:defRPr>
            </a:lvl1pPr>
            <a:lvl2pPr>
              <a:lnSpc>
                <a:spcPct val="100000"/>
              </a:lnSpc>
              <a:spcBef>
                <a:spcPts val="0"/>
              </a:spcBef>
              <a:defRPr sz="1800" baseline="0">
                <a:latin typeface="+mj-lt"/>
                <a:ea typeface="+mj-ea"/>
              </a:defRPr>
            </a:lvl2pPr>
            <a:lvl3pPr>
              <a:lnSpc>
                <a:spcPct val="100000"/>
              </a:lnSpc>
              <a:spcBef>
                <a:spcPts val="0"/>
              </a:spcBef>
              <a:defRPr sz="1800" baseline="0">
                <a:latin typeface="+mj-lt"/>
                <a:ea typeface="+mj-ea"/>
              </a:defRPr>
            </a:lvl3pPr>
            <a:lvl4pPr>
              <a:lnSpc>
                <a:spcPct val="100000"/>
              </a:lnSpc>
              <a:spcBef>
                <a:spcPts val="0"/>
              </a:spcBef>
              <a:defRPr sz="1800" baseline="0">
                <a:latin typeface="+mj-lt"/>
                <a:ea typeface="+mj-ea"/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1800" baseline="0">
                <a:latin typeface="+mj-lt"/>
                <a:ea typeface="+mj-ea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8" name="Content Placeholder 2">
            <a:extLst>
              <a:ext uri="{FF2B5EF4-FFF2-40B4-BE49-F238E27FC236}">
                <a16:creationId xmlns:a16="http://schemas.microsoft.com/office/drawing/2014/main" id="{068F9459-BC8A-0B9B-0553-20FAA0BDB905}"/>
              </a:ext>
            </a:extLst>
          </p:cNvPr>
          <p:cNvSpPr>
            <a:spLocks noGrp="1"/>
          </p:cNvSpPr>
          <p:nvPr>
            <p:ph idx="28"/>
          </p:nvPr>
        </p:nvSpPr>
        <p:spPr>
          <a:xfrm>
            <a:off x="8541021" y="5087560"/>
            <a:ext cx="2812594" cy="720588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spcBef>
                <a:spcPts val="0"/>
              </a:spcBef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spcBef>
                <a:spcPts val="0"/>
              </a:spcBef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spcBef>
                <a:spcPts val="0"/>
              </a:spcBef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B791D491-74AF-1110-DE2A-F94B0F8C09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27687739-4F1B-4886-C248-53466C296513}"/>
              </a:ext>
            </a:extLst>
          </p:cNvPr>
          <p:cNvSpPr>
            <a:spLocks noGrp="1"/>
          </p:cNvSpPr>
          <p:nvPr>
            <p:ph type="dt" sz="half" idx="42"/>
          </p:nvPr>
        </p:nvSpPr>
        <p:spPr>
          <a:xfrm>
            <a:off x="1174751" y="6400800"/>
            <a:ext cx="2743200" cy="266700"/>
          </a:xfrm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altLang="zh-CN" dirty="0"/>
              <a:t>03/12/2025</a:t>
            </a:r>
            <a:fld id="{FD138C57-8E3B-4697-92F8-0ED9B71F7E17}" type="datetime1">
              <a:rPr lang="en-US" smtClean="0"/>
              <a:pPr/>
              <a:t>4/15/2026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0578B1-7D93-F923-4A39-FF6F2B37E3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53E59676-000B-23C4-A79E-6F7EF618E4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86467" y="0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1D8FF8B4-211F-D599-8942-4CEA19F21D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764589" y="0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8F73199D-15C0-5009-084E-702074F044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0" y="6003177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0B3DC668-E35A-3B70-A10C-247B5A01BB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478123" y="6003177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2414395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5CAAAA72-0635-9135-A730-ECC45A43970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4000" y="886783"/>
            <a:ext cx="10504000" cy="1132258"/>
          </a:xfrm>
        </p:spPr>
        <p:txBody>
          <a:bodyPr anchor="ctr">
            <a:noAutofit/>
          </a:bodyPr>
          <a:lstStyle>
            <a:lvl1pPr algn="ctr"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3" name="Content Placeholder 22">
            <a:extLst>
              <a:ext uri="{FF2B5EF4-FFF2-40B4-BE49-F238E27FC236}">
                <a16:creationId xmlns:a16="http://schemas.microsoft.com/office/drawing/2014/main" id="{86F79B09-7D88-8381-B406-AFD71843F9C1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44000" y="2197099"/>
            <a:ext cx="10504000" cy="3774117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35D5E2D8-F574-39FC-A2DB-A1AE4B96662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74751" y="6400800"/>
            <a:ext cx="2743200" cy="266700"/>
          </a:xfrm>
        </p:spPr>
        <p:txBody>
          <a:bodyPr/>
          <a:lstStyle/>
          <a:p>
            <a:r>
              <a:rPr lang="en-US" altLang="zh-CN" dirty="0"/>
              <a:t>03/12/2025</a:t>
            </a:r>
            <a:fld id="{FD138C57-8E3B-4697-92F8-0ED9B71F7E17}" type="datetime1">
              <a:rPr lang="en-US" smtClean="0"/>
              <a:t>4/15/2026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B791D491-74AF-1110-DE2A-F94B0F8C09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0578B1-7D93-F923-4A39-FF6F2B37E3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53E59676-000B-23C4-A79E-6F7EF618E4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86467" y="0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1D8FF8B4-211F-D599-8942-4CEA19F21D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764589" y="0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8F73199D-15C0-5009-084E-702074F044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0" y="6003177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0B3DC668-E35A-3B70-A10C-247B5A01BB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478123" y="6003177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7135450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1 (Max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D323949A-41F3-9274-96B9-AE55D20E74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1" y="831919"/>
            <a:ext cx="10504000" cy="528186"/>
          </a:xfrm>
        </p:spPr>
        <p:txBody>
          <a:bodyPr anchor="ctr"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6A73CEA9-5FE2-4144-7BCF-29CF17143B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4000" y="1474839"/>
            <a:ext cx="10504000" cy="4551241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013246-8EC0-8C70-3F45-8768D7C5F7C9}"/>
              </a:ext>
            </a:extLst>
          </p:cNvPr>
          <p:cNvSpPr>
            <a:spLocks noGrp="1"/>
          </p:cNvSpPr>
          <p:nvPr>
            <p:ph type="dt" sz="half" idx="13"/>
          </p:nvPr>
        </p:nvSpPr>
        <p:spPr>
          <a:xfrm>
            <a:off x="1174751" y="6400800"/>
            <a:ext cx="2743200" cy="266700"/>
          </a:xfrm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altLang="zh-CN" dirty="0"/>
              <a:t>03/12/2025</a:t>
            </a:r>
            <a:fld id="{FD138C57-8E3B-4697-92F8-0ED9B71F7E17}" type="datetime1">
              <a:rPr lang="en-US" smtClean="0"/>
              <a:pPr/>
              <a:t>4/15/2026</a:t>
            </a:fld>
            <a:endParaRPr lang="en-US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3650C69B-A152-BD06-9047-9F7118B5F5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27912CA5-005B-5D63-2624-E78C51C2E0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9" name="Freeform: Shape 59">
            <a:extLst>
              <a:ext uri="{FF2B5EF4-FFF2-40B4-BE49-F238E27FC236}">
                <a16:creationId xmlns:a16="http://schemas.microsoft.com/office/drawing/2014/main" id="{693E4553-C52A-1094-51E7-50535E7697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10886461" y="0"/>
            <a:ext cx="652769" cy="654548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6" name="Rectangle 9">
            <a:extLst>
              <a:ext uri="{FF2B5EF4-FFF2-40B4-BE49-F238E27FC236}">
                <a16:creationId xmlns:a16="http://schemas.microsoft.com/office/drawing/2014/main" id="{19C42F7F-708C-263A-B3B6-00E85FDE08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V="1">
            <a:off x="11538341" y="890"/>
            <a:ext cx="654549" cy="65276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Rectangle 11">
            <a:extLst>
              <a:ext uri="{FF2B5EF4-FFF2-40B4-BE49-F238E27FC236}">
                <a16:creationId xmlns:a16="http://schemas.microsoft.com/office/drawing/2014/main" id="{12D9E626-EA86-5127-0C73-7BCA5CC970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H="1">
            <a:off x="-889" y="6204342"/>
            <a:ext cx="654546" cy="65276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Freeform: Shape 59">
            <a:extLst>
              <a:ext uri="{FF2B5EF4-FFF2-40B4-BE49-F238E27FC236}">
                <a16:creationId xmlns:a16="http://schemas.microsoft.com/office/drawing/2014/main" id="{E36196F9-2EDE-D6C7-C18F-0CA6607F67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652769" y="6203452"/>
            <a:ext cx="652769" cy="654548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17278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Only (Max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1248" y="-1424940"/>
            <a:ext cx="10515600" cy="1325880"/>
          </a:xfrm>
        </p:spPr>
        <p:txBody>
          <a:bodyPr anchor="ctr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C40143AB-871B-A40A-4ABF-203E363009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8800" y="313467"/>
            <a:ext cx="11554400" cy="5507002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AE213731-C6F5-8BF4-CFFA-DB6F3E7CBA9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6400800"/>
            <a:ext cx="2743200" cy="266700"/>
          </a:xfrm>
        </p:spPr>
        <p:txBody>
          <a:bodyPr/>
          <a:lstStyle/>
          <a:p>
            <a:r>
              <a:rPr lang="en-US" altLang="zh-CN" dirty="0"/>
              <a:t>03/12/2025</a:t>
            </a:r>
            <a:fld id="{FD138C57-8E3B-4697-92F8-0ED9B71F7E17}" type="datetime1">
              <a:rPr lang="en-US" smtClean="0"/>
              <a:t>4/15/2026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C7518267-D602-CAB2-16AC-CF280D72A5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356B0E37-DA37-08EC-5352-201C44098E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941509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17031" y="977462"/>
            <a:ext cx="6357939" cy="1639640"/>
          </a:xfrm>
        </p:spPr>
        <p:txBody>
          <a:bodyPr lIns="0" tIns="0" rIns="0" bIns="0">
            <a:noAutofit/>
          </a:bodyPr>
          <a:lstStyle>
            <a:lvl1pPr algn="ctr"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80179A78-77A7-2005-19C5-C07E817AB4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17030" y="3178628"/>
            <a:ext cx="6357939" cy="2847451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 algn="ctr">
              <a:buNone/>
              <a:defRPr sz="1200"/>
            </a:lvl2pPr>
            <a:lvl3pPr marL="914400" indent="0" algn="ctr">
              <a:buNone/>
              <a:defRPr sz="1100"/>
            </a:lvl3pPr>
            <a:lvl4pPr marL="1371600" indent="0" algn="ctr">
              <a:buNone/>
              <a:defRPr sz="1050"/>
            </a:lvl4pPr>
            <a:lvl5pPr marL="1828800" indent="0" algn="ctr">
              <a:buNone/>
              <a:defRPr sz="105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0D3A9C5A-2E4F-8513-3BB5-484AF6AB01E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6400800"/>
            <a:ext cx="2743200" cy="266700"/>
          </a:xfrm>
        </p:spPr>
        <p:txBody>
          <a:bodyPr/>
          <a:lstStyle/>
          <a:p>
            <a:r>
              <a:rPr lang="en-US" altLang="zh-CN" dirty="0"/>
              <a:t>03/12/2025</a:t>
            </a:r>
            <a:fld id="{FD138C57-8E3B-4697-92F8-0ED9B71F7E17}" type="datetime1">
              <a:rPr lang="en-US" smtClean="0"/>
              <a:t>4/15/2026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7271FE74-F4ED-F522-8E6C-987B7D926F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364DB04A-B800-A67D-2202-5E3127DEF9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Rectangle 8">
            <a:extLst>
              <a:ext uri="{FF2B5EF4-FFF2-40B4-BE49-F238E27FC236}">
                <a16:creationId xmlns:a16="http://schemas.microsoft.com/office/drawing/2014/main" id="{78FE1527-C73A-10FD-DC23-1B90C0C209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-1"/>
            <a:ext cx="594723" cy="121870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Rectangle 9">
            <a:extLst>
              <a:ext uri="{FF2B5EF4-FFF2-40B4-BE49-F238E27FC236}">
                <a16:creationId xmlns:a16="http://schemas.microsoft.com/office/drawing/2014/main" id="{9606E1E0-F3DA-894A-2D3C-A22A48141A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1218702"/>
            <a:ext cx="592750" cy="35534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D037B66F-8A88-B401-B56A-B1819D1B72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4772126"/>
            <a:ext cx="592750" cy="208587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Rectangle 6">
            <a:extLst>
              <a:ext uri="{FF2B5EF4-FFF2-40B4-BE49-F238E27FC236}">
                <a16:creationId xmlns:a16="http://schemas.microsoft.com/office/drawing/2014/main" id="{38B4A883-7D2B-B3A4-E71C-97A5282E45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11606189" y="-1"/>
            <a:ext cx="589758" cy="207656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Freeform: Shape 59">
            <a:extLst>
              <a:ext uri="{FF2B5EF4-FFF2-40B4-BE49-F238E27FC236}">
                <a16:creationId xmlns:a16="http://schemas.microsoft.com/office/drawing/2014/main" id="{33DD5763-4396-FB3F-84CF-397FE27E14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0" y="5880326"/>
            <a:ext cx="592750" cy="977674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5" name="Freeform: Shape 59">
            <a:extLst>
              <a:ext uri="{FF2B5EF4-FFF2-40B4-BE49-F238E27FC236}">
                <a16:creationId xmlns:a16="http://schemas.microsoft.com/office/drawing/2014/main" id="{79FFE37C-246F-C521-201C-7A3929C754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11606189" y="0"/>
            <a:ext cx="593702" cy="977674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3" name="Rectangle 9">
            <a:extLst>
              <a:ext uri="{FF2B5EF4-FFF2-40B4-BE49-F238E27FC236}">
                <a16:creationId xmlns:a16="http://schemas.microsoft.com/office/drawing/2014/main" id="{F03D9D30-3DEA-8443-E734-46EB19A66C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11606192" y="2076566"/>
            <a:ext cx="589753" cy="355701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Rectangle 8">
            <a:extLst>
              <a:ext uri="{FF2B5EF4-FFF2-40B4-BE49-F238E27FC236}">
                <a16:creationId xmlns:a16="http://schemas.microsoft.com/office/drawing/2014/main" id="{CFF138E9-CABA-E863-0725-2AF946DDF0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11606189" y="5633579"/>
            <a:ext cx="589755" cy="122441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9192070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6">
            <a:extLst>
              <a:ext uri="{FF2B5EF4-FFF2-40B4-BE49-F238E27FC236}">
                <a16:creationId xmlns:a16="http://schemas.microsoft.com/office/drawing/2014/main" id="{0BBEF3D7-DB5B-7581-44D1-A96990F4C8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3066943" y="3479693"/>
            <a:ext cx="311361" cy="644525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30" name="Freeform: Shape 59">
            <a:extLst>
              <a:ext uri="{FF2B5EF4-FFF2-40B4-BE49-F238E27FC236}">
                <a16:creationId xmlns:a16="http://schemas.microsoft.com/office/drawing/2014/main" id="{AA1200B2-C1B6-992C-FCB0-92D95EFEB4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 flipV="1">
            <a:off x="72519" y="6473316"/>
            <a:ext cx="312166" cy="457202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7" name="Rectangle 6">
            <a:extLst>
              <a:ext uri="{FF2B5EF4-FFF2-40B4-BE49-F238E27FC236}">
                <a16:creationId xmlns:a16="http://schemas.microsoft.com/office/drawing/2014/main" id="{3F37E9B1-B103-4DC6-4C5C-CBAE64410D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8416414" y="4574669"/>
            <a:ext cx="312165" cy="425449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8" name="Rectangle 6">
            <a:extLst>
              <a:ext uri="{FF2B5EF4-FFF2-40B4-BE49-F238E27FC236}">
                <a16:creationId xmlns:a16="http://schemas.microsoft.com/office/drawing/2014/main" id="{ACE39DDF-DFF5-AB6F-F487-951C570FCC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11290193" y="5956192"/>
            <a:ext cx="311360" cy="1492256"/>
          </a:xfrm>
          <a:prstGeom prst="rect">
            <a:avLst/>
          </a:pr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28347" y="2385975"/>
            <a:ext cx="4325112" cy="2454796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467BD2-62D0-543A-E4EC-DB0D7C8A1B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98836" y="2385976"/>
            <a:ext cx="5464817" cy="2454796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4" name="Date Placeholder 3">
            <a:extLst>
              <a:ext uri="{FF2B5EF4-FFF2-40B4-BE49-F238E27FC236}">
                <a16:creationId xmlns:a16="http://schemas.microsoft.com/office/drawing/2014/main" id="{20CB7A08-999A-FAF6-CC22-3A805F7905F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6400800"/>
            <a:ext cx="2743200" cy="266700"/>
          </a:xfrm>
        </p:spPr>
        <p:txBody>
          <a:bodyPr/>
          <a:lstStyle/>
          <a:p>
            <a:r>
              <a:rPr lang="en-US" altLang="zh-CN" dirty="0"/>
              <a:t>03/12/2025</a:t>
            </a:r>
            <a:fld id="{FD138C57-8E3B-4697-92F8-0ED9B71F7E17}" type="datetime1">
              <a:rPr lang="en-US" smtClean="0"/>
              <a:t>4/15/2026</a:t>
            </a:fld>
            <a:endParaRPr lang="en-US"/>
          </a:p>
        </p:txBody>
      </p:sp>
      <p:sp>
        <p:nvSpPr>
          <p:cNvPr id="23" name="Footer Placeholder 4">
            <a:extLst>
              <a:ext uri="{FF2B5EF4-FFF2-40B4-BE49-F238E27FC236}">
                <a16:creationId xmlns:a16="http://schemas.microsoft.com/office/drawing/2014/main" id="{31001B33-CCD1-56DE-1347-50FE52B44C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22" name="Slide Number Placeholder 5">
            <a:extLst>
              <a:ext uri="{FF2B5EF4-FFF2-40B4-BE49-F238E27FC236}">
                <a16:creationId xmlns:a16="http://schemas.microsoft.com/office/drawing/2014/main" id="{5BA3F666-FC83-4A06-E2D1-F54F36EE17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775230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28347" y="2258568"/>
            <a:ext cx="3813048" cy="3557016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A31706AB-E4B8-078D-026D-990252BF26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37018" y="2258568"/>
            <a:ext cx="6077527" cy="3557016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Date Placeholder 3">
            <a:extLst>
              <a:ext uri="{FF2B5EF4-FFF2-40B4-BE49-F238E27FC236}">
                <a16:creationId xmlns:a16="http://schemas.microsoft.com/office/drawing/2014/main" id="{4DBBEFEB-B716-AD6B-320D-005C214A925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6400800"/>
            <a:ext cx="2743200" cy="266700"/>
          </a:xfrm>
        </p:spPr>
        <p:txBody>
          <a:bodyPr/>
          <a:lstStyle/>
          <a:p>
            <a:r>
              <a:rPr lang="en-US" altLang="zh-CN" dirty="0"/>
              <a:t>03/12/2025</a:t>
            </a:r>
            <a:fld id="{FD138C57-8E3B-4697-92F8-0ED9B71F7E17}" type="datetime1">
              <a:rPr lang="en-US" smtClean="0"/>
              <a:t>4/15/2026</a:t>
            </a:fld>
            <a:endParaRPr lang="en-US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424575B1-A0F2-12EE-BB19-CB6ADE89EF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18431A50-B82F-CFF9-D038-8C4456D09B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FEF11A17-6EB4-B345-9C96-E6F438C8A6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11603197" y="-1"/>
            <a:ext cx="592750" cy="207656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Freeform: Shape 59">
            <a:extLst>
              <a:ext uri="{FF2B5EF4-FFF2-40B4-BE49-F238E27FC236}">
                <a16:creationId xmlns:a16="http://schemas.microsoft.com/office/drawing/2014/main" id="{3B3BEDEF-57A1-D087-1E15-6B0456EC5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H="1" flipV="1">
            <a:off x="11370119" y="237025"/>
            <a:ext cx="1066800" cy="592750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1" name="Rectangle 9">
            <a:extLst>
              <a:ext uri="{FF2B5EF4-FFF2-40B4-BE49-F238E27FC236}">
                <a16:creationId xmlns:a16="http://schemas.microsoft.com/office/drawing/2014/main" id="{10E338B6-58A3-91A4-F5EB-CD40D614F8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11599250" y="2076566"/>
            <a:ext cx="596697" cy="355701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Rectangle 8">
            <a:extLst>
              <a:ext uri="{FF2B5EF4-FFF2-40B4-BE49-F238E27FC236}">
                <a16:creationId xmlns:a16="http://schemas.microsoft.com/office/drawing/2014/main" id="{5AD26084-EDDC-61FF-5474-7DF349CC75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11601222" y="5633580"/>
            <a:ext cx="594723" cy="122441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8213606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4000" y="1109587"/>
            <a:ext cx="4145582" cy="4638825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EAF18FE0-442F-6AE0-4A34-0A68895F34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37018" y="1109587"/>
            <a:ext cx="6077527" cy="4638825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ADC0C90B-196D-619B-00AC-36C5F6C0B5E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6400800"/>
            <a:ext cx="2743200" cy="266700"/>
          </a:xfrm>
        </p:spPr>
        <p:txBody>
          <a:bodyPr/>
          <a:lstStyle/>
          <a:p>
            <a:r>
              <a:rPr lang="en-US" altLang="zh-CN" dirty="0"/>
              <a:t>03/12/2025</a:t>
            </a:r>
            <a:fld id="{FD138C57-8E3B-4697-92F8-0ED9B71F7E17}" type="datetime1">
              <a:rPr lang="en-US" smtClean="0"/>
              <a:t>4/15/2026</a:t>
            </a:fld>
            <a:endParaRPr lang="en-US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264F9FBE-A6F5-09E6-684B-233C0D23F1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8451D253-EA22-2614-2FD1-DC0FEB26EE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146832F4-CE37-2BF9-DDF5-11B7ABE0B9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3947" y="-1"/>
            <a:ext cx="592750" cy="207656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Freeform: Shape 59">
            <a:extLst>
              <a:ext uri="{FF2B5EF4-FFF2-40B4-BE49-F238E27FC236}">
                <a16:creationId xmlns:a16="http://schemas.microsoft.com/office/drawing/2014/main" id="{7DBA236D-4EBB-E514-DF68-7891C120A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H="1" flipV="1">
            <a:off x="-229131" y="237025"/>
            <a:ext cx="1066800" cy="592750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6" name="Rectangle 9">
            <a:extLst>
              <a:ext uri="{FF2B5EF4-FFF2-40B4-BE49-F238E27FC236}">
                <a16:creationId xmlns:a16="http://schemas.microsoft.com/office/drawing/2014/main" id="{5A191311-3AF4-ADF9-7C92-3ED08ED5EA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0" y="2076566"/>
            <a:ext cx="596697" cy="355701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Rectangle 8">
            <a:extLst>
              <a:ext uri="{FF2B5EF4-FFF2-40B4-BE49-F238E27FC236}">
                <a16:creationId xmlns:a16="http://schemas.microsoft.com/office/drawing/2014/main" id="{ED7C5B45-BE42-B3FC-6515-F1F37CCC2B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1972" y="5633580"/>
            <a:ext cx="594723" cy="122441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4738311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77456"/>
            <a:ext cx="4142232" cy="4940661"/>
          </a:xfrm>
        </p:spPr>
        <p:txBody>
          <a:bodyPr anchor="ctr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34DD1C0B-8CAB-7B69-0068-FA66F2AC06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37018" y="874923"/>
            <a:ext cx="6077527" cy="4940661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0C4E1284-6ADD-36BA-D939-FD3B6B69F280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1174751" y="6400800"/>
            <a:ext cx="2743200" cy="266700"/>
          </a:xfrm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altLang="zh-CN" dirty="0"/>
              <a:t>03/12/2025</a:t>
            </a:r>
            <a:fld id="{FD138C57-8E3B-4697-92F8-0ED9B71F7E17}" type="datetime1">
              <a:rPr lang="en-US" smtClean="0"/>
              <a:pPr/>
              <a:t>4/15/2026</a:t>
            </a:fld>
            <a:endParaRPr lang="en-US"/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7EEB4352-9E14-63F9-D5BD-0659C3CCD1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E9A0B020-52CF-C931-68F6-A67EAB112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reeform: Shape 16">
            <a:extLst>
              <a:ext uri="{FF2B5EF4-FFF2-40B4-BE49-F238E27FC236}">
                <a16:creationId xmlns:a16="http://schemas.microsoft.com/office/drawing/2014/main" id="{274252EB-C02E-C37B-E2A2-ABBFED7427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86467" y="0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5" name="Freeform: Shape 17">
            <a:extLst>
              <a:ext uri="{FF2B5EF4-FFF2-40B4-BE49-F238E27FC236}">
                <a16:creationId xmlns:a16="http://schemas.microsoft.com/office/drawing/2014/main" id="{66E27A39-E979-7436-99F0-9EE45FC890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764589" y="0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6" name="Freeform: Shape 19">
            <a:extLst>
              <a:ext uri="{FF2B5EF4-FFF2-40B4-BE49-F238E27FC236}">
                <a16:creationId xmlns:a16="http://schemas.microsoft.com/office/drawing/2014/main" id="{ACA57297-62CA-9D0A-0CFD-396A7514D3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0" y="6003177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4" name="Freeform: Shape 18">
            <a:extLst>
              <a:ext uri="{FF2B5EF4-FFF2-40B4-BE49-F238E27FC236}">
                <a16:creationId xmlns:a16="http://schemas.microsoft.com/office/drawing/2014/main" id="{389D975E-EBA4-68ED-C38F-B40A2C9DC6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478123" y="6003177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0778886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31919"/>
            <a:ext cx="3494314" cy="5194161"/>
          </a:xfrm>
        </p:spPr>
        <p:txBody>
          <a:bodyPr anchor="b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CA46B297-C880-6157-3B17-0BC02453DF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0" y="831919"/>
            <a:ext cx="6742545" cy="5194161"/>
          </a:xfrm>
        </p:spPr>
        <p:txBody>
          <a:bodyPr anchor="b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0EECDA90-A26B-C002-52AC-C255703344E7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1174751" y="6400800"/>
            <a:ext cx="2743200" cy="266700"/>
          </a:xfrm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altLang="zh-CN" dirty="0"/>
              <a:t>03/12/2025</a:t>
            </a:r>
            <a:fld id="{FD138C57-8E3B-4697-92F8-0ED9B71F7E17}" type="datetime1">
              <a:rPr lang="en-US" smtClean="0"/>
              <a:pPr/>
              <a:t>4/15/2026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97998B-12FC-4418-98A3-E280DFBA8A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1B562A23-051B-C681-23C4-7436AC3964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Freeform: Shape 59">
            <a:extLst>
              <a:ext uri="{FF2B5EF4-FFF2-40B4-BE49-F238E27FC236}">
                <a16:creationId xmlns:a16="http://schemas.microsoft.com/office/drawing/2014/main" id="{9702558A-53E4-8EAB-6E0F-09871DB4F6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10886461" y="0"/>
            <a:ext cx="652769" cy="654548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7" name="Rectangle 9">
            <a:extLst>
              <a:ext uri="{FF2B5EF4-FFF2-40B4-BE49-F238E27FC236}">
                <a16:creationId xmlns:a16="http://schemas.microsoft.com/office/drawing/2014/main" id="{4D9D4F1C-0061-C3CC-D460-24FDA6B88E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V="1">
            <a:off x="11538341" y="890"/>
            <a:ext cx="654549" cy="65276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Rectangle 11">
            <a:extLst>
              <a:ext uri="{FF2B5EF4-FFF2-40B4-BE49-F238E27FC236}">
                <a16:creationId xmlns:a16="http://schemas.microsoft.com/office/drawing/2014/main" id="{BE74AEB5-27F7-D3F7-353D-F0C293E28A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H="1">
            <a:off x="-889" y="6204342"/>
            <a:ext cx="654546" cy="65276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Freeform: Shape 59">
            <a:extLst>
              <a:ext uri="{FF2B5EF4-FFF2-40B4-BE49-F238E27FC236}">
                <a16:creationId xmlns:a16="http://schemas.microsoft.com/office/drawing/2014/main" id="{038BAB3B-0C8B-44FB-985D-D01959AF8B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652769" y="6203452"/>
            <a:ext cx="652769" cy="654548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8106460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6">
            <a:extLst>
              <a:ext uri="{FF2B5EF4-FFF2-40B4-BE49-F238E27FC236}">
                <a16:creationId xmlns:a16="http://schemas.microsoft.com/office/drawing/2014/main" id="{F32ACEC3-9042-9CA8-6E03-E51EC9B00D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3066943" y="3479693"/>
            <a:ext cx="311361" cy="644525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16" name="Freeform: Shape 59">
            <a:extLst>
              <a:ext uri="{FF2B5EF4-FFF2-40B4-BE49-F238E27FC236}">
                <a16:creationId xmlns:a16="http://schemas.microsoft.com/office/drawing/2014/main" id="{C406346C-7029-3258-5052-CEF732EAE2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 flipV="1">
            <a:off x="72519" y="6473316"/>
            <a:ext cx="312166" cy="457202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2" name="Rectangle 6">
            <a:extLst>
              <a:ext uri="{FF2B5EF4-FFF2-40B4-BE49-F238E27FC236}">
                <a16:creationId xmlns:a16="http://schemas.microsoft.com/office/drawing/2014/main" id="{1525127B-EAD0-C6C2-5539-A82B684A5C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8416414" y="4574671"/>
            <a:ext cx="312166" cy="425449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33" name="Rectangle 6">
            <a:extLst>
              <a:ext uri="{FF2B5EF4-FFF2-40B4-BE49-F238E27FC236}">
                <a16:creationId xmlns:a16="http://schemas.microsoft.com/office/drawing/2014/main" id="{0AD2D883-EB46-4708-231E-8E06FFCC0C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11290193" y="5956192"/>
            <a:ext cx="311360" cy="1492256"/>
          </a:xfrm>
          <a:prstGeom prst="rect">
            <a:avLst/>
          </a:pr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13395" y="886783"/>
            <a:ext cx="9386350" cy="1132258"/>
          </a:xfrm>
        </p:spPr>
        <p:txBody>
          <a:bodyPr anchor="ctr">
            <a:noAutofit/>
          </a:bodyPr>
          <a:lstStyle>
            <a:lvl1pPr algn="ctr"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51700B-05FA-57C3-2F6D-E68122FE6B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3396" y="2698032"/>
            <a:ext cx="4459331" cy="295742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659150" y="2698032"/>
            <a:ext cx="4040595" cy="2957429"/>
          </a:xfrm>
        </p:spPr>
        <p:txBody>
          <a:bodyPr/>
          <a:lstStyle/>
          <a:p>
            <a:endParaRPr lang="en-US"/>
          </a:p>
        </p:txBody>
      </p:sp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DA9F9493-409B-15D0-BE96-3C506B18E00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6400800"/>
            <a:ext cx="2743200" cy="266700"/>
          </a:xfrm>
        </p:spPr>
        <p:txBody>
          <a:bodyPr/>
          <a:lstStyle/>
          <a:p>
            <a:r>
              <a:rPr lang="en-US" altLang="zh-CN" dirty="0"/>
              <a:t>03/12/2025</a:t>
            </a:r>
            <a:fld id="{FD138C57-8E3B-4697-92F8-0ED9B71F7E17}" type="datetime1">
              <a:rPr lang="en-US" smtClean="0"/>
              <a:t>4/15/2026</a:t>
            </a:fld>
            <a:endParaRPr lang="en-US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D1E01870-8427-A77F-33A2-524EAE9E10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40307E41-6967-98D0-2B22-C44AADD69E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251424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6">
            <a:extLst>
              <a:ext uri="{FF2B5EF4-FFF2-40B4-BE49-F238E27FC236}">
                <a16:creationId xmlns:a16="http://schemas.microsoft.com/office/drawing/2014/main" id="{8CE92327-3D7D-91A2-CBCF-20D7848814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766930" y="5779705"/>
            <a:ext cx="311361" cy="184523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30" name="Title 1">
            <a:extLst>
              <a:ext uri="{FF2B5EF4-FFF2-40B4-BE49-F238E27FC236}">
                <a16:creationId xmlns:a16="http://schemas.microsoft.com/office/drawing/2014/main" id="{5611E7B7-7FBD-C6BE-4220-4A9AFC269A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13394" y="886783"/>
            <a:ext cx="9386351" cy="1132258"/>
          </a:xfrm>
        </p:spPr>
        <p:txBody>
          <a:bodyPr anchor="ctr">
            <a:noAutofit/>
          </a:bodyPr>
          <a:lstStyle>
            <a:lvl1pPr algn="ctr"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1" name="Picture Placeholder 10">
            <a:extLst>
              <a:ext uri="{FF2B5EF4-FFF2-40B4-BE49-F238E27FC236}">
                <a16:creationId xmlns:a16="http://schemas.microsoft.com/office/drawing/2014/main" id="{694C599F-AFDE-9701-5E41-913EF170A2A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314096" y="2698032"/>
            <a:ext cx="4040595" cy="2957429"/>
          </a:xfrm>
        </p:spPr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DA4ECD-4494-EA14-631D-9D60BF413E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40414" y="2698032"/>
            <a:ext cx="4459331" cy="295742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4" name="Date Placeholder 3">
            <a:extLst>
              <a:ext uri="{FF2B5EF4-FFF2-40B4-BE49-F238E27FC236}">
                <a16:creationId xmlns:a16="http://schemas.microsoft.com/office/drawing/2014/main" id="{6979BA07-7690-B8B0-F566-619EBF2C6D4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6400800"/>
            <a:ext cx="2743200" cy="266700"/>
          </a:xfrm>
        </p:spPr>
        <p:txBody>
          <a:bodyPr/>
          <a:lstStyle/>
          <a:p>
            <a:r>
              <a:rPr lang="en-US" altLang="zh-CN" dirty="0"/>
              <a:t>03/12/2025</a:t>
            </a:r>
            <a:fld id="{FD138C57-8E3B-4697-92F8-0ED9B71F7E17}" type="datetime1">
              <a:rPr lang="en-US" smtClean="0"/>
              <a:t>4/15/2026</a:t>
            </a:fld>
            <a:endParaRPr lang="en-US"/>
          </a:p>
        </p:txBody>
      </p:sp>
      <p:sp>
        <p:nvSpPr>
          <p:cNvPr id="23" name="Footer Placeholder 4">
            <a:extLst>
              <a:ext uri="{FF2B5EF4-FFF2-40B4-BE49-F238E27FC236}">
                <a16:creationId xmlns:a16="http://schemas.microsoft.com/office/drawing/2014/main" id="{3B42A884-4919-DB12-4A6A-A0629C84BF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22" name="Slide Number Placeholder 5">
            <a:extLst>
              <a:ext uri="{FF2B5EF4-FFF2-40B4-BE49-F238E27FC236}">
                <a16:creationId xmlns:a16="http://schemas.microsoft.com/office/drawing/2014/main" id="{30A143ED-F5E5-1F8B-C749-6CB144228E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Rectangle 8">
            <a:extLst>
              <a:ext uri="{FF2B5EF4-FFF2-40B4-BE49-F238E27FC236}">
                <a16:creationId xmlns:a16="http://schemas.microsoft.com/office/drawing/2014/main" id="{72328280-7591-87BA-48BC-57154E8F92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H="1">
            <a:off x="10715814" y="-681672"/>
            <a:ext cx="311360" cy="167470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Rectangle 9">
            <a:extLst>
              <a:ext uri="{FF2B5EF4-FFF2-40B4-BE49-F238E27FC236}">
                <a16:creationId xmlns:a16="http://schemas.microsoft.com/office/drawing/2014/main" id="{7E2E09B4-079D-3AC2-569B-351AC77F30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H="1">
            <a:off x="11795962" y="-84996"/>
            <a:ext cx="311359" cy="481353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7866232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6">
            <a:extLst>
              <a:ext uri="{FF2B5EF4-FFF2-40B4-BE49-F238E27FC236}">
                <a16:creationId xmlns:a16="http://schemas.microsoft.com/office/drawing/2014/main" id="{67A2B41B-7B73-7F7C-BDE4-B64E367EFC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3066943" y="3479693"/>
            <a:ext cx="311361" cy="644525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" name="Freeform: Shape 59">
            <a:extLst>
              <a:ext uri="{FF2B5EF4-FFF2-40B4-BE49-F238E27FC236}">
                <a16:creationId xmlns:a16="http://schemas.microsoft.com/office/drawing/2014/main" id="{ECD5DF8A-9681-079A-0E04-84852AD0BE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 flipV="1">
            <a:off x="72519" y="6473316"/>
            <a:ext cx="312166" cy="457202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4" name="Rectangle 6">
            <a:extLst>
              <a:ext uri="{FF2B5EF4-FFF2-40B4-BE49-F238E27FC236}">
                <a16:creationId xmlns:a16="http://schemas.microsoft.com/office/drawing/2014/main" id="{826C698D-FB25-B1C4-B155-8945F76033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8416414" y="4574671"/>
            <a:ext cx="312166" cy="425449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5" name="Rectangle 6">
            <a:extLst>
              <a:ext uri="{FF2B5EF4-FFF2-40B4-BE49-F238E27FC236}">
                <a16:creationId xmlns:a16="http://schemas.microsoft.com/office/drawing/2014/main" id="{0DCB0DA2-1A73-EDEF-65E1-746EFDD23C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11290193" y="5956192"/>
            <a:ext cx="311360" cy="1492256"/>
          </a:xfrm>
          <a:prstGeom prst="rect">
            <a:avLst/>
          </a:pr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49BD555F-4F6F-4781-E21D-653B873455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4000" y="886783"/>
            <a:ext cx="10504000" cy="1132258"/>
          </a:xfrm>
        </p:spPr>
        <p:txBody>
          <a:bodyPr anchor="ctr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44001" y="2187607"/>
            <a:ext cx="10504000" cy="1823347"/>
          </a:xfrm>
        </p:spPr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8B0601-C34C-BDF8-8583-9991A91F8E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4000" y="4202973"/>
            <a:ext cx="10504000" cy="1498668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65F96EBD-A9C3-5CC5-2542-574F1140282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6400800"/>
            <a:ext cx="2743200" cy="266700"/>
          </a:xfrm>
        </p:spPr>
        <p:txBody>
          <a:bodyPr lIns="0" tIns="0" rIns="0" bIns="0"/>
          <a:lstStyle/>
          <a:p>
            <a:r>
              <a:rPr lang="en-US" altLang="zh-CN" dirty="0"/>
              <a:t>03/12/2025</a:t>
            </a:r>
            <a:fld id="{FD138C57-8E3B-4697-92F8-0ED9B71F7E17}" type="datetime1">
              <a:rPr lang="en-US" smtClean="0"/>
              <a:t>4/15/2026</a:t>
            </a:fld>
            <a:endParaRPr lang="en-US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0D8FB8D1-F05B-FD90-FBC8-67149E0FAF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 lIns="0" tIns="0" rIns="0" bIns="0"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EE84F2-1BC7-D2C7-0CEC-215889190C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 lIns="0" tIns="0" rIns="0" bIns="0"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529550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DAB4555F-BCE5-B734-1A0A-7B68F143CD8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13394" y="886783"/>
            <a:ext cx="9386350" cy="1132258"/>
          </a:xfrm>
        </p:spPr>
        <p:txBody>
          <a:bodyPr anchor="ctr">
            <a:noAutofit/>
          </a:bodyPr>
          <a:lstStyle>
            <a:lvl1pPr algn="ctr"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B59458D0-3685-F716-1340-4CA2129FC0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3396" y="2698032"/>
            <a:ext cx="4782604" cy="295742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Picture Placeholder 10">
            <a:extLst>
              <a:ext uri="{FF2B5EF4-FFF2-40B4-BE49-F238E27FC236}">
                <a16:creationId xmlns:a16="http://schemas.microsoft.com/office/drawing/2014/main" id="{41874ABC-5130-9579-629F-5CECD6DC2F7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659149" y="2698033"/>
            <a:ext cx="4040595" cy="2957428"/>
          </a:xfrm>
        </p:spPr>
        <p:txBody>
          <a:bodyPr/>
          <a:lstStyle/>
          <a:p>
            <a:endParaRPr lang="en-US"/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B5FDF597-FAC1-BC65-1C5C-5C7AA57F1D2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6400800"/>
            <a:ext cx="2743200" cy="266700"/>
          </a:xfrm>
        </p:spPr>
        <p:txBody>
          <a:bodyPr lIns="0" tIns="0" rIns="0" bIns="0"/>
          <a:lstStyle/>
          <a:p>
            <a:r>
              <a:rPr lang="en-US" altLang="zh-CN" dirty="0"/>
              <a:t>03/12/2025</a:t>
            </a:r>
            <a:fld id="{FD138C57-8E3B-4697-92F8-0ED9B71F7E17}" type="datetime1">
              <a:rPr lang="en-US" smtClean="0"/>
              <a:t>4/15/2026</a:t>
            </a:fld>
            <a:endParaRPr lang="en-US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68CF5147-075A-42DE-BA84-4D53ACCBC3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 lIns="0" tIns="0" rIns="0" bIns="0"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A966F281-4FB2-63EB-5F87-0CE9630EA3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 lIns="0" tIns="0" rIns="0" bIns="0"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8" name="Rectangle 6">
            <a:extLst>
              <a:ext uri="{FF2B5EF4-FFF2-40B4-BE49-F238E27FC236}">
                <a16:creationId xmlns:a16="http://schemas.microsoft.com/office/drawing/2014/main" id="{FB09EC07-8CA4-4E29-5495-97F9FF9094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11716760" y="-163879"/>
            <a:ext cx="312165" cy="6383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9" name="Rectangle 6">
            <a:extLst>
              <a:ext uri="{FF2B5EF4-FFF2-40B4-BE49-F238E27FC236}">
                <a16:creationId xmlns:a16="http://schemas.microsoft.com/office/drawing/2014/main" id="{7907203D-D192-301A-C181-9D4573A85D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8843383" y="-2398940"/>
            <a:ext cx="312165" cy="5108436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30" name="Rectangle 6">
            <a:extLst>
              <a:ext uri="{FF2B5EF4-FFF2-40B4-BE49-F238E27FC236}">
                <a16:creationId xmlns:a16="http://schemas.microsoft.com/office/drawing/2014/main" id="{C631F856-0C45-8546-C095-0C0B6F3792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3066943" y="-3066947"/>
            <a:ext cx="311361" cy="644525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31" name="Freeform: Shape 59">
            <a:extLst>
              <a:ext uri="{FF2B5EF4-FFF2-40B4-BE49-F238E27FC236}">
                <a16:creationId xmlns:a16="http://schemas.microsoft.com/office/drawing/2014/main" id="{924F2AA6-5AE1-A2E0-1742-8C4205481A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H="1" flipV="1">
            <a:off x="5673214" y="-460675"/>
            <a:ext cx="312166" cy="1231903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3304290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itle 1">
            <a:extLst>
              <a:ext uri="{FF2B5EF4-FFF2-40B4-BE49-F238E27FC236}">
                <a16:creationId xmlns:a16="http://schemas.microsoft.com/office/drawing/2014/main" id="{155CA260-60C6-0862-8D37-67F8B32D7D2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13395" y="886783"/>
            <a:ext cx="9386350" cy="1132258"/>
          </a:xfrm>
        </p:spPr>
        <p:txBody>
          <a:bodyPr anchor="ctr">
            <a:noAutofit/>
          </a:bodyPr>
          <a:lstStyle>
            <a:lvl1pPr algn="ctr"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314095" y="2698032"/>
            <a:ext cx="4040596" cy="2957429"/>
          </a:xfrm>
        </p:spPr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D4AD2F-D082-4D53-364B-2AB7F22C4B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40414" y="2698032"/>
            <a:ext cx="4459331" cy="295742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6F3427FD-24F0-2A8C-4797-41345DBC1469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1174751" y="6400800"/>
            <a:ext cx="2743200" cy="266700"/>
          </a:xfrm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altLang="zh-CN" dirty="0"/>
              <a:t>03/12/2025</a:t>
            </a:r>
            <a:fld id="{FD138C57-8E3B-4697-92F8-0ED9B71F7E17}" type="datetime1">
              <a:rPr lang="en-US" smtClean="0"/>
              <a:pPr/>
              <a:t>4/15/2026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655F9FEB-4B22-C769-CFAF-F6CF37A544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92E8B32F-8DE7-DA38-22D9-A4AB011E71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3" name="Freeform: Shape 16">
            <a:extLst>
              <a:ext uri="{FF2B5EF4-FFF2-40B4-BE49-F238E27FC236}">
                <a16:creationId xmlns:a16="http://schemas.microsoft.com/office/drawing/2014/main" id="{4FEF3EBE-C792-9A19-4F3A-11F8E85215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86467" y="0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34" name="Freeform: Shape 17">
            <a:extLst>
              <a:ext uri="{FF2B5EF4-FFF2-40B4-BE49-F238E27FC236}">
                <a16:creationId xmlns:a16="http://schemas.microsoft.com/office/drawing/2014/main" id="{32DD04BE-0EC2-B435-EC39-F70F0B4D4C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764589" y="0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35" name="Freeform: Shape 19">
            <a:extLst>
              <a:ext uri="{FF2B5EF4-FFF2-40B4-BE49-F238E27FC236}">
                <a16:creationId xmlns:a16="http://schemas.microsoft.com/office/drawing/2014/main" id="{C7346FF1-1F4E-6102-72E8-B661677DE6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0" y="6003177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36" name="Freeform: Shape 18">
            <a:extLst>
              <a:ext uri="{FF2B5EF4-FFF2-40B4-BE49-F238E27FC236}">
                <a16:creationId xmlns:a16="http://schemas.microsoft.com/office/drawing/2014/main" id="{281C9290-51EF-B467-0F94-917BE4AB6A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478123" y="6003177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3710781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itle 1">
            <a:extLst>
              <a:ext uri="{FF2B5EF4-FFF2-40B4-BE49-F238E27FC236}">
                <a16:creationId xmlns:a16="http://schemas.microsoft.com/office/drawing/2014/main" id="{161B8709-B6C6-B6A2-8039-23E2746AC23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13393" y="886783"/>
            <a:ext cx="9386351" cy="1132258"/>
          </a:xfrm>
        </p:spPr>
        <p:txBody>
          <a:bodyPr anchor="ctr">
            <a:noAutofit/>
          </a:bodyPr>
          <a:lstStyle>
            <a:lvl1pPr algn="ctr"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1CE8CAE3-17FA-FA2A-D6BF-43BBD09B08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3396" y="2698032"/>
            <a:ext cx="4782604" cy="295742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7" name="Picture Placeholder 10">
            <a:extLst>
              <a:ext uri="{FF2B5EF4-FFF2-40B4-BE49-F238E27FC236}">
                <a16:creationId xmlns:a16="http://schemas.microsoft.com/office/drawing/2014/main" id="{BCF6BC28-50F8-F181-0051-83FAF05643A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659150" y="2698032"/>
            <a:ext cx="4040595" cy="2957429"/>
          </a:xfrm>
        </p:spPr>
        <p:txBody>
          <a:bodyPr/>
          <a:lstStyle/>
          <a:p>
            <a:endParaRPr lang="en-US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44269C55-855F-A8C7-5284-8ADFEC54A30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6400800"/>
            <a:ext cx="2743200" cy="266700"/>
          </a:xfrm>
        </p:spPr>
        <p:txBody>
          <a:bodyPr/>
          <a:lstStyle/>
          <a:p>
            <a:r>
              <a:rPr lang="en-US" altLang="zh-CN" dirty="0"/>
              <a:t>03/12/2025</a:t>
            </a:r>
            <a:fld id="{FD138C57-8E3B-4697-92F8-0ED9B71F7E17}" type="datetime1">
              <a:rPr lang="en-US" smtClean="0"/>
              <a:t>4/15/2026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A44DC330-9F30-20C2-60AD-2F0AD28715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67BA67A5-F86C-E56E-2CA5-913F58D091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0" name="Rectangle 6">
            <a:extLst>
              <a:ext uri="{FF2B5EF4-FFF2-40B4-BE49-F238E27FC236}">
                <a16:creationId xmlns:a16="http://schemas.microsoft.com/office/drawing/2014/main" id="{1D8A0EC4-4B8F-427F-7E90-7A7BCDFFE6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11716760" y="-163879"/>
            <a:ext cx="312165" cy="6383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31" name="Rectangle 6">
            <a:extLst>
              <a:ext uri="{FF2B5EF4-FFF2-40B4-BE49-F238E27FC236}">
                <a16:creationId xmlns:a16="http://schemas.microsoft.com/office/drawing/2014/main" id="{7710114B-0C3A-98B0-CCBD-1242ACA3FC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8843383" y="-2398940"/>
            <a:ext cx="312165" cy="5108436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32" name="Rectangle 6">
            <a:extLst>
              <a:ext uri="{FF2B5EF4-FFF2-40B4-BE49-F238E27FC236}">
                <a16:creationId xmlns:a16="http://schemas.microsoft.com/office/drawing/2014/main" id="{0F1B5886-DB08-F251-544B-FA1B14D51C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3066943" y="-3066947"/>
            <a:ext cx="311361" cy="644525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33" name="Freeform: Shape 59">
            <a:extLst>
              <a:ext uri="{FF2B5EF4-FFF2-40B4-BE49-F238E27FC236}">
                <a16:creationId xmlns:a16="http://schemas.microsoft.com/office/drawing/2014/main" id="{0BA04B21-2519-6018-CD0C-897EC7ACF9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H="1" flipV="1">
            <a:off x="5673214" y="-460675"/>
            <a:ext cx="312166" cy="1231903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054028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25064" y="825622"/>
            <a:ext cx="4522936" cy="932688"/>
          </a:xfrm>
        </p:spPr>
        <p:txBody>
          <a:bodyPr anchor="b">
            <a:no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43999" y="831918"/>
            <a:ext cx="5648242" cy="5194161"/>
          </a:xfrm>
        </p:spPr>
        <p:txBody>
          <a:bodyPr/>
          <a:lstStyle/>
          <a:p>
            <a:endParaRPr lang="en-US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AD37751-87A6-2102-5FE0-13CF047537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25064" y="2050473"/>
            <a:ext cx="4522936" cy="3952704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057C7EDD-DB32-06EC-F820-BCF6715A2443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1174751" y="6400800"/>
            <a:ext cx="2743200" cy="266700"/>
          </a:xfrm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altLang="zh-CN" dirty="0"/>
              <a:t>03/12/2025</a:t>
            </a:r>
            <a:fld id="{FD138C57-8E3B-4697-92F8-0ED9B71F7E17}" type="datetime1">
              <a:rPr lang="en-US" smtClean="0"/>
              <a:pPr/>
              <a:t>4/15/2026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EFC55F9D-1F89-7C43-F3C5-6A855F8201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53A576E1-43A8-DA10-8404-0BA92AFBA4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Freeform: Shape 16">
            <a:extLst>
              <a:ext uri="{FF2B5EF4-FFF2-40B4-BE49-F238E27FC236}">
                <a16:creationId xmlns:a16="http://schemas.microsoft.com/office/drawing/2014/main" id="{4774B974-C60E-962D-A2BF-A8D91844B4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86467" y="0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3" name="Freeform: Shape 17">
            <a:extLst>
              <a:ext uri="{FF2B5EF4-FFF2-40B4-BE49-F238E27FC236}">
                <a16:creationId xmlns:a16="http://schemas.microsoft.com/office/drawing/2014/main" id="{38ED7D40-86A1-ABCA-9230-F31126FBD3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764589" y="0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4" name="Freeform: Shape 19">
            <a:extLst>
              <a:ext uri="{FF2B5EF4-FFF2-40B4-BE49-F238E27FC236}">
                <a16:creationId xmlns:a16="http://schemas.microsoft.com/office/drawing/2014/main" id="{644CC40D-4D0B-8820-3E77-FF38C10EF7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0" y="6003177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5" name="Freeform: Shape 18">
            <a:extLst>
              <a:ext uri="{FF2B5EF4-FFF2-40B4-BE49-F238E27FC236}">
                <a16:creationId xmlns:a16="http://schemas.microsoft.com/office/drawing/2014/main" id="{F876AF74-00A8-A58C-C900-156CB37EC3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478123" y="6003177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0742770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73490" y="831918"/>
            <a:ext cx="4572000" cy="1876646"/>
          </a:xfrm>
        </p:spPr>
        <p:txBody>
          <a:bodyPr anchor="b">
            <a:no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736A5C8C-1C5F-8F3C-7273-ECFA26869F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3491" y="2899064"/>
            <a:ext cx="4572000" cy="3127017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917721" y="831919"/>
            <a:ext cx="5430280" cy="5194162"/>
          </a:xfrm>
        </p:spPr>
        <p:txBody>
          <a:bodyPr/>
          <a:lstStyle/>
          <a:p>
            <a:endParaRPr lang="en-US"/>
          </a:p>
        </p:txBody>
      </p:sp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F49D7FA6-EF6B-01F5-1B41-77B0DC79D0E0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1174751" y="6400800"/>
            <a:ext cx="2743200" cy="266700"/>
          </a:xfrm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altLang="zh-CN" dirty="0"/>
              <a:t>03/12/2025</a:t>
            </a:r>
            <a:fld id="{FD138C57-8E3B-4697-92F8-0ED9B71F7E17}" type="datetime1">
              <a:rPr lang="en-US" smtClean="0"/>
              <a:pPr/>
              <a:t>4/15/2026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E3C0937A-F86B-C55A-CAB8-2F846105E0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E31334FA-8FF3-5A9F-F579-96C33FF37B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Freeform: Shape 59">
            <a:extLst>
              <a:ext uri="{FF2B5EF4-FFF2-40B4-BE49-F238E27FC236}">
                <a16:creationId xmlns:a16="http://schemas.microsoft.com/office/drawing/2014/main" id="{7A021801-1E66-C93E-CA81-2F4A5B6D06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10886461" y="0"/>
            <a:ext cx="652769" cy="654548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" name="Rectangle 9">
            <a:extLst>
              <a:ext uri="{FF2B5EF4-FFF2-40B4-BE49-F238E27FC236}">
                <a16:creationId xmlns:a16="http://schemas.microsoft.com/office/drawing/2014/main" id="{1DE776DA-FCE8-B4E5-0C47-C09678BFF5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V="1">
            <a:off x="11538341" y="890"/>
            <a:ext cx="654549" cy="65276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Rectangle 11">
            <a:extLst>
              <a:ext uri="{FF2B5EF4-FFF2-40B4-BE49-F238E27FC236}">
                <a16:creationId xmlns:a16="http://schemas.microsoft.com/office/drawing/2014/main" id="{4850E7C7-C469-6C82-35B3-A4D50FA382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H="1">
            <a:off x="-889" y="6204342"/>
            <a:ext cx="654546" cy="65276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Freeform: Shape 59">
            <a:extLst>
              <a:ext uri="{FF2B5EF4-FFF2-40B4-BE49-F238E27FC236}">
                <a16:creationId xmlns:a16="http://schemas.microsoft.com/office/drawing/2014/main" id="{BDD13537-C329-9582-A499-5B198F35CB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652769" y="6203452"/>
            <a:ext cx="652769" cy="654548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9408507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946432" y="831918"/>
            <a:ext cx="3401568" cy="1527048"/>
          </a:xfrm>
        </p:spPr>
        <p:txBody>
          <a:bodyPr anchor="b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44000" y="831918"/>
            <a:ext cx="6740144" cy="5194161"/>
          </a:xfrm>
        </p:spPr>
        <p:txBody>
          <a:bodyPr/>
          <a:lstStyle/>
          <a:p>
            <a:endParaRPr lang="en-US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588022B9-94F3-E71A-0D00-132BBF9A0C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24800" y="2595418"/>
            <a:ext cx="3423200" cy="340775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422A4C20-C591-B7BA-88A2-EE4295E42BD5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1174751" y="6400800"/>
            <a:ext cx="2743200" cy="266700"/>
          </a:xfrm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altLang="zh-CN" dirty="0"/>
              <a:t>03/12/2025</a:t>
            </a:r>
            <a:fld id="{FD138C57-8E3B-4697-92F8-0ED9B71F7E17}" type="datetime1">
              <a:rPr lang="en-US" smtClean="0"/>
              <a:pPr/>
              <a:t>4/15/2026</a:t>
            </a:fld>
            <a:endParaRPr lang="en-US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6390BD26-2598-EE89-F73A-1685B73975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E2882322-2806-6BFB-ACF1-EB3E693002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Freeform: Shape 16">
            <a:extLst>
              <a:ext uri="{FF2B5EF4-FFF2-40B4-BE49-F238E27FC236}">
                <a16:creationId xmlns:a16="http://schemas.microsoft.com/office/drawing/2014/main" id="{A7FA8BD1-9A20-5381-CC5C-A27497B1FE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86467" y="0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3" name="Freeform: Shape 17">
            <a:extLst>
              <a:ext uri="{FF2B5EF4-FFF2-40B4-BE49-F238E27FC236}">
                <a16:creationId xmlns:a16="http://schemas.microsoft.com/office/drawing/2014/main" id="{FCD0DE49-3A7C-EE4C-61A3-FAF4F1B225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764589" y="0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4" name="Freeform: Shape 19">
            <a:extLst>
              <a:ext uri="{FF2B5EF4-FFF2-40B4-BE49-F238E27FC236}">
                <a16:creationId xmlns:a16="http://schemas.microsoft.com/office/drawing/2014/main" id="{767B11D7-CD08-FAED-9296-4800252357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0" y="6003177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5" name="Freeform: Shape 18">
            <a:extLst>
              <a:ext uri="{FF2B5EF4-FFF2-40B4-BE49-F238E27FC236}">
                <a16:creationId xmlns:a16="http://schemas.microsoft.com/office/drawing/2014/main" id="{50CF2599-B950-2167-E974-CC7481C78A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478123" y="6003177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6648437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4000" y="831919"/>
            <a:ext cx="3401568" cy="1527048"/>
          </a:xfrm>
        </p:spPr>
        <p:txBody>
          <a:bodyPr anchor="b">
            <a:noAutofit/>
          </a:bodyPr>
          <a:lstStyle>
            <a:lvl1pPr>
              <a:defRPr sz="3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B04DE6-EAC2-AC37-0397-9528F6C574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4000" y="2540000"/>
            <a:ext cx="3423200" cy="3486081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761781" y="831919"/>
            <a:ext cx="6586220" cy="5194162"/>
          </a:xfrm>
        </p:spPr>
        <p:txBody>
          <a:bodyPr/>
          <a:lstStyle/>
          <a:p>
            <a:endParaRPr lang="en-US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BE8F2FDC-C562-B34A-6571-DC327742638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6400800"/>
            <a:ext cx="2743200" cy="266700"/>
          </a:xfrm>
        </p:spPr>
        <p:txBody>
          <a:bodyPr/>
          <a:lstStyle/>
          <a:p>
            <a:r>
              <a:rPr lang="en-US" altLang="zh-CN" dirty="0"/>
              <a:t>03/12/2025</a:t>
            </a:r>
            <a:fld id="{FD138C57-8E3B-4697-92F8-0ED9B71F7E17}" type="datetime1">
              <a:rPr lang="en-US" smtClean="0"/>
              <a:t>4/15/2026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F8CD5EAC-3346-2E3B-3C1B-E978B8BD44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D221974C-11FF-808A-131E-5B13E74A79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8" name="Rectangle 6">
            <a:extLst>
              <a:ext uri="{FF2B5EF4-FFF2-40B4-BE49-F238E27FC236}">
                <a16:creationId xmlns:a16="http://schemas.microsoft.com/office/drawing/2014/main" id="{69F1C76D-67DE-DFCB-797B-209A9222EE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3066943" y="-3066947"/>
            <a:ext cx="311361" cy="644525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9" name="Freeform: Shape 59">
            <a:extLst>
              <a:ext uri="{FF2B5EF4-FFF2-40B4-BE49-F238E27FC236}">
                <a16:creationId xmlns:a16="http://schemas.microsoft.com/office/drawing/2014/main" id="{2D7E2290-C841-FA30-B540-94E323C37D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H="1" flipV="1">
            <a:off x="5673214" y="-460675"/>
            <a:ext cx="312166" cy="1231903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7" name="Rectangle 6">
            <a:extLst>
              <a:ext uri="{FF2B5EF4-FFF2-40B4-BE49-F238E27FC236}">
                <a16:creationId xmlns:a16="http://schemas.microsoft.com/office/drawing/2014/main" id="{98CB2567-FE22-5916-E6EE-BF2E420C8C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8843383" y="-2398940"/>
            <a:ext cx="312165" cy="5108436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6" name="Rectangle 6">
            <a:extLst>
              <a:ext uri="{FF2B5EF4-FFF2-40B4-BE49-F238E27FC236}">
                <a16:creationId xmlns:a16="http://schemas.microsoft.com/office/drawing/2014/main" id="{061982EF-A562-8BFF-583D-EB011D5641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11716760" y="-163879"/>
            <a:ext cx="312165" cy="6383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83211096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073454" y="831919"/>
            <a:ext cx="3273552" cy="2035696"/>
          </a:xfrm>
        </p:spPr>
        <p:txBody>
          <a:bodyPr anchor="b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44000" y="831919"/>
            <a:ext cx="6937365" cy="509168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A83DB3FE-F7D2-E449-4412-979DFDADDC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73452" y="2992582"/>
            <a:ext cx="3273553" cy="2931022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6B3F9524-AF16-7B88-FD0F-5D85D35D4023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1174751" y="6400800"/>
            <a:ext cx="2743200" cy="266700"/>
          </a:xfrm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altLang="zh-CN" dirty="0"/>
              <a:t>03/12/2025</a:t>
            </a:r>
            <a:fld id="{FD138C57-8E3B-4697-92F8-0ED9B71F7E17}" type="datetime1">
              <a:rPr lang="en-US" smtClean="0"/>
              <a:pPr/>
              <a:t>4/15/2026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8809F231-51ED-DDB0-9D71-BF8956AA75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3004408D-81FD-E507-7BBD-A8D6584E42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Freeform: Shape 16">
            <a:extLst>
              <a:ext uri="{FF2B5EF4-FFF2-40B4-BE49-F238E27FC236}">
                <a16:creationId xmlns:a16="http://schemas.microsoft.com/office/drawing/2014/main" id="{697E7E97-2AF1-DCEF-1577-E6BB3BF3A4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86467" y="0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3" name="Freeform: Shape 17">
            <a:extLst>
              <a:ext uri="{FF2B5EF4-FFF2-40B4-BE49-F238E27FC236}">
                <a16:creationId xmlns:a16="http://schemas.microsoft.com/office/drawing/2014/main" id="{E9317DCD-DD5B-9395-5430-ADD837B166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764589" y="0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4" name="Freeform: Shape 19">
            <a:extLst>
              <a:ext uri="{FF2B5EF4-FFF2-40B4-BE49-F238E27FC236}">
                <a16:creationId xmlns:a16="http://schemas.microsoft.com/office/drawing/2014/main" id="{FD993BD8-30E5-EFEA-32A5-68475D04F0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0" y="6003177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5" name="Freeform: Shape 18">
            <a:extLst>
              <a:ext uri="{FF2B5EF4-FFF2-40B4-BE49-F238E27FC236}">
                <a16:creationId xmlns:a16="http://schemas.microsoft.com/office/drawing/2014/main" id="{0AA84551-1089-1E65-5C17-6F400C1EAD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478123" y="6003177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43713867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43999" y="831919"/>
            <a:ext cx="10504001" cy="3472067"/>
          </a:xfrm>
        </p:spPr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3998" y="4509559"/>
            <a:ext cx="4579339" cy="1516522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9A29A789-F42A-CE01-5134-E27AA725CD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97236" y="4509559"/>
            <a:ext cx="5750764" cy="1516522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FE6EE51A-242F-6B3B-BC3A-A775A4D3ABC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1174751" y="6400800"/>
            <a:ext cx="2743200" cy="266700"/>
          </a:xfrm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altLang="zh-CN" dirty="0"/>
              <a:t>03/12/2025</a:t>
            </a:r>
            <a:fld id="{FD138C57-8E3B-4697-92F8-0ED9B71F7E17}" type="datetime1">
              <a:rPr lang="en-US" smtClean="0"/>
              <a:pPr/>
              <a:t>4/15/2026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36AF2934-39B9-625F-CE2A-760A04F05C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EAA7CB57-5E03-8E25-767F-8320CC058A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Freeform: Shape 59">
            <a:extLst>
              <a:ext uri="{FF2B5EF4-FFF2-40B4-BE49-F238E27FC236}">
                <a16:creationId xmlns:a16="http://schemas.microsoft.com/office/drawing/2014/main" id="{EDC08D2B-BE98-2387-126D-01CA1E3513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10886461" y="0"/>
            <a:ext cx="652769" cy="654548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" name="Rectangle 9">
            <a:extLst>
              <a:ext uri="{FF2B5EF4-FFF2-40B4-BE49-F238E27FC236}">
                <a16:creationId xmlns:a16="http://schemas.microsoft.com/office/drawing/2014/main" id="{EDB9B957-9A7F-6030-9FD9-7190608C40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V="1">
            <a:off x="11538341" y="890"/>
            <a:ext cx="654549" cy="65276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Rectangle 11">
            <a:extLst>
              <a:ext uri="{FF2B5EF4-FFF2-40B4-BE49-F238E27FC236}">
                <a16:creationId xmlns:a16="http://schemas.microsoft.com/office/drawing/2014/main" id="{E30A39C3-B004-B36E-236D-BDD46BB5E8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H="1">
            <a:off x="-889" y="6204342"/>
            <a:ext cx="654546" cy="65276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Freeform: Shape 59">
            <a:extLst>
              <a:ext uri="{FF2B5EF4-FFF2-40B4-BE49-F238E27FC236}">
                <a16:creationId xmlns:a16="http://schemas.microsoft.com/office/drawing/2014/main" id="{C16C57F0-678F-7C1D-45CA-3A0EEF6DAF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652769" y="6203452"/>
            <a:ext cx="652769" cy="654548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00740001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43999" y="865938"/>
            <a:ext cx="10504001" cy="2556004"/>
          </a:xfrm>
        </p:spPr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3999" y="3785800"/>
            <a:ext cx="2953618" cy="2240280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E98E2102-73F7-E059-C739-47418EA880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90109" y="3785800"/>
            <a:ext cx="7357891" cy="2240281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B529124B-3B19-6FC6-9F79-A760D6CA945A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1174751" y="6400800"/>
            <a:ext cx="2743200" cy="266700"/>
          </a:xfrm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altLang="zh-CN" dirty="0"/>
              <a:t>03/12/2025</a:t>
            </a:r>
            <a:fld id="{FD138C57-8E3B-4697-92F8-0ED9B71F7E17}" type="datetime1">
              <a:rPr lang="en-US" smtClean="0"/>
              <a:pPr/>
              <a:t>4/15/2026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C7173872-0F8A-92BB-60FA-06E41B0543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14982C76-6FB9-F3AD-FA15-0D32F3D9E0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Freeform: Shape 16">
            <a:extLst>
              <a:ext uri="{FF2B5EF4-FFF2-40B4-BE49-F238E27FC236}">
                <a16:creationId xmlns:a16="http://schemas.microsoft.com/office/drawing/2014/main" id="{9731B2A6-3038-F565-C577-E69DD5BC67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86467" y="0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3" name="Freeform: Shape 17">
            <a:extLst>
              <a:ext uri="{FF2B5EF4-FFF2-40B4-BE49-F238E27FC236}">
                <a16:creationId xmlns:a16="http://schemas.microsoft.com/office/drawing/2014/main" id="{A67BA275-E7E6-7053-A026-EB3872622C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764589" y="0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4" name="Freeform: Shape 19">
            <a:extLst>
              <a:ext uri="{FF2B5EF4-FFF2-40B4-BE49-F238E27FC236}">
                <a16:creationId xmlns:a16="http://schemas.microsoft.com/office/drawing/2014/main" id="{7F446589-4583-8647-CFA5-49008F0B92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0" y="6003177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5" name="Freeform: Shape 18">
            <a:extLst>
              <a:ext uri="{FF2B5EF4-FFF2-40B4-BE49-F238E27FC236}">
                <a16:creationId xmlns:a16="http://schemas.microsoft.com/office/drawing/2014/main" id="{B5B742C4-F546-E27E-53EA-AC608C081B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478123" y="6003177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40830589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4000" y="831918"/>
            <a:ext cx="2953618" cy="2240279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3F37715F-06AC-F5A6-12CE-84D44B400A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54764" y="824389"/>
            <a:ext cx="7293236" cy="2247808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43999" y="3310759"/>
            <a:ext cx="10504001" cy="2722852"/>
          </a:xfrm>
        </p:spPr>
        <p:txBody>
          <a:bodyPr/>
          <a:lstStyle/>
          <a:p>
            <a:endParaRPr lang="en-US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1A42EE36-6D78-ED96-BA7A-0AE1F0DD3113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1174751" y="6400800"/>
            <a:ext cx="2743200" cy="266700"/>
          </a:xfrm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altLang="zh-CN" dirty="0"/>
              <a:t>03/12/2025</a:t>
            </a:r>
            <a:fld id="{FD138C57-8E3B-4697-92F8-0ED9B71F7E17}" type="datetime1">
              <a:rPr lang="en-US" smtClean="0"/>
              <a:pPr/>
              <a:t>4/15/2026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3E381D81-8909-BE95-6F06-C0C32493A2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5B87E8A-0424-908A-2920-72BA97B72C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Freeform: Shape 16">
            <a:extLst>
              <a:ext uri="{FF2B5EF4-FFF2-40B4-BE49-F238E27FC236}">
                <a16:creationId xmlns:a16="http://schemas.microsoft.com/office/drawing/2014/main" id="{F2F4F436-2885-E919-59D1-9F4B724611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86467" y="0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3" name="Freeform: Shape 17">
            <a:extLst>
              <a:ext uri="{FF2B5EF4-FFF2-40B4-BE49-F238E27FC236}">
                <a16:creationId xmlns:a16="http://schemas.microsoft.com/office/drawing/2014/main" id="{19B02536-A5B7-CFE8-D253-CC3FCA1738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764589" y="0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4" name="Freeform: Shape 19">
            <a:extLst>
              <a:ext uri="{FF2B5EF4-FFF2-40B4-BE49-F238E27FC236}">
                <a16:creationId xmlns:a16="http://schemas.microsoft.com/office/drawing/2014/main" id="{99ACFEDC-62BE-1738-94DB-A9A8474234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0" y="6003177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5" name="Freeform: Shape 18">
            <a:extLst>
              <a:ext uri="{FF2B5EF4-FFF2-40B4-BE49-F238E27FC236}">
                <a16:creationId xmlns:a16="http://schemas.microsoft.com/office/drawing/2014/main" id="{0C3F2215-0CD2-E69F-A2BD-8DFCDB37BB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478123" y="6003177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24722207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73963" y="858337"/>
            <a:ext cx="10504000" cy="970463"/>
          </a:xfrm>
        </p:spPr>
        <p:txBody>
          <a:bodyPr anchor="ctr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73963" y="2081048"/>
            <a:ext cx="6157458" cy="3945032"/>
          </a:xfrm>
        </p:spPr>
        <p:txBody>
          <a:bodyPr/>
          <a:lstStyle/>
          <a:p>
            <a:endParaRPr lang="en-US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408C7461-314A-7430-6CA4-63A01F73BA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69017" y="2081049"/>
            <a:ext cx="4108945" cy="3945032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468C7D2F-9D75-2435-3CAF-B6029DA9EDE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1174751" y="6400800"/>
            <a:ext cx="2743200" cy="266700"/>
          </a:xfrm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altLang="zh-CN" dirty="0"/>
              <a:t>03/12/2025</a:t>
            </a:r>
            <a:fld id="{FD138C57-8E3B-4697-92F8-0ED9B71F7E17}" type="datetime1">
              <a:rPr lang="en-US" smtClean="0"/>
              <a:pPr/>
              <a:t>4/15/2026</a:t>
            </a:fld>
            <a:endParaRPr 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3794DE6-442D-DCFE-9025-59816725EB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8FCE053A-D84D-F068-2187-0593A6D6DD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Freeform: Shape 59">
            <a:extLst>
              <a:ext uri="{FF2B5EF4-FFF2-40B4-BE49-F238E27FC236}">
                <a16:creationId xmlns:a16="http://schemas.microsoft.com/office/drawing/2014/main" id="{481F23A8-0C6F-3F32-0B98-06736333DE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10886461" y="0"/>
            <a:ext cx="652769" cy="654548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3" name="Rectangle 9">
            <a:extLst>
              <a:ext uri="{FF2B5EF4-FFF2-40B4-BE49-F238E27FC236}">
                <a16:creationId xmlns:a16="http://schemas.microsoft.com/office/drawing/2014/main" id="{BC56C0F3-A0B5-A7A6-A072-97B2A57226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V="1">
            <a:off x="11538341" y="890"/>
            <a:ext cx="654549" cy="65276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Rectangle 11">
            <a:extLst>
              <a:ext uri="{FF2B5EF4-FFF2-40B4-BE49-F238E27FC236}">
                <a16:creationId xmlns:a16="http://schemas.microsoft.com/office/drawing/2014/main" id="{9D199749-F152-56FE-4504-73DF7E157A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H="1">
            <a:off x="-889" y="6204342"/>
            <a:ext cx="654546" cy="65276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Freeform: Shape 59">
            <a:extLst>
              <a:ext uri="{FF2B5EF4-FFF2-40B4-BE49-F238E27FC236}">
                <a16:creationId xmlns:a16="http://schemas.microsoft.com/office/drawing/2014/main" id="{95BDD05D-8B5F-8B0A-B47B-E97C0D3866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652769" y="6203452"/>
            <a:ext cx="652769" cy="654548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06498779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4000" y="852884"/>
            <a:ext cx="4672584" cy="1453896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44000" y="2459420"/>
            <a:ext cx="4672584" cy="3545695"/>
          </a:xfrm>
        </p:spPr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E571DC-86DF-2230-52AD-9440B5CB4D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98836" y="852883"/>
            <a:ext cx="5750764" cy="5152231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C162FE03-22B1-3FC9-D0A1-70C4C9B6FC1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6400800"/>
            <a:ext cx="2743200" cy="266700"/>
          </a:xfrm>
        </p:spPr>
        <p:txBody>
          <a:bodyPr/>
          <a:lstStyle/>
          <a:p>
            <a:r>
              <a:rPr lang="en-US" altLang="zh-CN" dirty="0"/>
              <a:t>03/12/2025</a:t>
            </a:r>
            <a:fld id="{FD138C57-8E3B-4697-92F8-0ED9B71F7E17}" type="datetime1">
              <a:rPr lang="en-US" smtClean="0"/>
              <a:t>4/15/2026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DAAD1C7F-699D-B975-BBB5-3F8AAE993B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3A90F4F4-332A-7489-099F-649FE29D8F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6" name="Rectangle 6">
            <a:extLst>
              <a:ext uri="{FF2B5EF4-FFF2-40B4-BE49-F238E27FC236}">
                <a16:creationId xmlns:a16="http://schemas.microsoft.com/office/drawing/2014/main" id="{69458B26-18DF-0F22-F73B-FBF0117ABD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11716760" y="-163879"/>
            <a:ext cx="312165" cy="6383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7" name="Rectangle 6">
            <a:extLst>
              <a:ext uri="{FF2B5EF4-FFF2-40B4-BE49-F238E27FC236}">
                <a16:creationId xmlns:a16="http://schemas.microsoft.com/office/drawing/2014/main" id="{29454459-F726-2777-3904-98ED43017A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8843383" y="-2398940"/>
            <a:ext cx="312165" cy="5108436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8" name="Rectangle 6">
            <a:extLst>
              <a:ext uri="{FF2B5EF4-FFF2-40B4-BE49-F238E27FC236}">
                <a16:creationId xmlns:a16="http://schemas.microsoft.com/office/drawing/2014/main" id="{4AFF45CF-7D31-04CD-2EDB-8FBEADAE8F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3066943" y="-3066947"/>
            <a:ext cx="311361" cy="644525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9" name="Freeform: Shape 59">
            <a:extLst>
              <a:ext uri="{FF2B5EF4-FFF2-40B4-BE49-F238E27FC236}">
                <a16:creationId xmlns:a16="http://schemas.microsoft.com/office/drawing/2014/main" id="{7EC0A88E-95E4-54C0-4C7B-90A8A6AD7D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H="1" flipV="1">
            <a:off x="5673214" y="-460675"/>
            <a:ext cx="312166" cy="1231903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15890625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4000" y="873725"/>
            <a:ext cx="3657603" cy="1453896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43999" y="2490951"/>
            <a:ext cx="3657603" cy="3493323"/>
          </a:xfrm>
        </p:spPr>
        <p:txBody>
          <a:bodyPr/>
          <a:lstStyle/>
          <a:p>
            <a:endParaRPr lang="en-US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81C9BBE1-F163-BFCA-3F62-3189A30FA7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92073" y="852883"/>
            <a:ext cx="6757527" cy="5152231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ED1735F2-E2C8-9B6A-C3E1-C7B56CDE4126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1174751" y="6400800"/>
            <a:ext cx="2743200" cy="266700"/>
          </a:xfrm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altLang="zh-CN" dirty="0"/>
              <a:t>03/12/2025</a:t>
            </a:r>
            <a:fld id="{FD138C57-8E3B-4697-92F8-0ED9B71F7E17}" type="datetime1">
              <a:rPr lang="en-US" smtClean="0"/>
              <a:pPr/>
              <a:t>4/15/2026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C7ABF240-AB8A-B851-60A3-07C17BF9E4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27CE6569-5A00-FAA6-16A6-9CAC579A83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Freeform: Shape 59">
            <a:extLst>
              <a:ext uri="{FF2B5EF4-FFF2-40B4-BE49-F238E27FC236}">
                <a16:creationId xmlns:a16="http://schemas.microsoft.com/office/drawing/2014/main" id="{D093A1E9-14E7-F1BD-8AD3-0926AC48C3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10886461" y="0"/>
            <a:ext cx="652769" cy="654548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" name="Rectangle 9">
            <a:extLst>
              <a:ext uri="{FF2B5EF4-FFF2-40B4-BE49-F238E27FC236}">
                <a16:creationId xmlns:a16="http://schemas.microsoft.com/office/drawing/2014/main" id="{1C082F9D-17F7-A6A3-6F59-395DBD040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V="1">
            <a:off x="11538341" y="890"/>
            <a:ext cx="654549" cy="65276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Rectangle 11">
            <a:extLst>
              <a:ext uri="{FF2B5EF4-FFF2-40B4-BE49-F238E27FC236}">
                <a16:creationId xmlns:a16="http://schemas.microsoft.com/office/drawing/2014/main" id="{40635C57-C6B6-95FF-FF70-8E4EC721DB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H="1">
            <a:off x="-889" y="6204342"/>
            <a:ext cx="654546" cy="65276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Freeform: Shape 59">
            <a:extLst>
              <a:ext uri="{FF2B5EF4-FFF2-40B4-BE49-F238E27FC236}">
                <a16:creationId xmlns:a16="http://schemas.microsoft.com/office/drawing/2014/main" id="{64C0BF67-AD24-8BA3-7BFE-4FC4B3109D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652769" y="6203452"/>
            <a:ext cx="652769" cy="654548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45109382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ig Numb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44000" y="831918"/>
            <a:ext cx="10521992" cy="4069265"/>
          </a:xfrm>
        </p:spPr>
        <p:txBody>
          <a:bodyPr anchor="b">
            <a:noAutofit/>
          </a:bodyPr>
          <a:lstStyle>
            <a:lvl1pPr algn="l">
              <a:defRPr sz="2320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en-US"/>
              <a:t>##%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43999" y="5076496"/>
            <a:ext cx="7559021" cy="949583"/>
          </a:xfrm>
        </p:spPr>
        <p:txBody>
          <a:bodyPr anchor="t">
            <a:noAutofit/>
          </a:bodyPr>
          <a:lstStyle>
            <a:lvl1pPr marL="0" indent="0" algn="l">
              <a:buNone/>
              <a:defRPr sz="2800" cap="none" baseline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DD0B43-8816-7247-6389-43D5551017BC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1174751" y="6400800"/>
            <a:ext cx="2743200" cy="266700"/>
          </a:xfrm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altLang="zh-CN" dirty="0"/>
              <a:t>03/12/2025</a:t>
            </a:r>
            <a:fld id="{FD138C57-8E3B-4697-92F8-0ED9B71F7E17}" type="datetime1">
              <a:rPr lang="en-US" smtClean="0"/>
              <a:pPr/>
              <a:t>4/15/2026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C27E193F-93CE-A072-84E6-1413DA174C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148423F9-4799-A3D7-1F4C-F18DF70A03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Freeform: Shape 16">
            <a:extLst>
              <a:ext uri="{FF2B5EF4-FFF2-40B4-BE49-F238E27FC236}">
                <a16:creationId xmlns:a16="http://schemas.microsoft.com/office/drawing/2014/main" id="{88041669-6793-077D-9837-4A969A824B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86467" y="0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2" name="Freeform: Shape 17">
            <a:extLst>
              <a:ext uri="{FF2B5EF4-FFF2-40B4-BE49-F238E27FC236}">
                <a16:creationId xmlns:a16="http://schemas.microsoft.com/office/drawing/2014/main" id="{AC3F6980-A0AE-0D20-BB5F-49A0022004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764589" y="0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3" name="Freeform: Shape 19">
            <a:extLst>
              <a:ext uri="{FF2B5EF4-FFF2-40B4-BE49-F238E27FC236}">
                <a16:creationId xmlns:a16="http://schemas.microsoft.com/office/drawing/2014/main" id="{02937DA2-B26D-43F5-EA04-BE9925EF44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0" y="6003177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4" name="Freeform: Shape 18">
            <a:extLst>
              <a:ext uri="{FF2B5EF4-FFF2-40B4-BE49-F238E27FC236}">
                <a16:creationId xmlns:a16="http://schemas.microsoft.com/office/drawing/2014/main" id="{EBDA1D10-E930-CB39-86A5-FA42DB4228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478123" y="6003177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425432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ig Numb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61992" y="831918"/>
            <a:ext cx="10486008" cy="3977825"/>
          </a:xfrm>
        </p:spPr>
        <p:txBody>
          <a:bodyPr anchor="b">
            <a:noAutofit/>
          </a:bodyPr>
          <a:lstStyle>
            <a:lvl1pPr algn="ctr">
              <a:defRPr sz="2320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en-US"/>
              <a:t>##%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377440" y="4997668"/>
            <a:ext cx="7525512" cy="1028411"/>
          </a:xfrm>
        </p:spPr>
        <p:txBody>
          <a:bodyPr anchor="t">
            <a:noAutofit/>
          </a:bodyPr>
          <a:lstStyle>
            <a:lvl1pPr marL="0" indent="0" algn="ctr">
              <a:buNone/>
              <a:defRPr sz="2800" cap="none" baseline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9FE8812C-E055-50E4-0169-A1950E62A97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6400800"/>
            <a:ext cx="2743200" cy="266700"/>
          </a:xfrm>
        </p:spPr>
        <p:txBody>
          <a:bodyPr/>
          <a:lstStyle/>
          <a:p>
            <a:r>
              <a:rPr lang="en-US" altLang="zh-CN" dirty="0"/>
              <a:t>03/12/2025</a:t>
            </a:r>
            <a:fld id="{FD138C57-8E3B-4697-92F8-0ED9B71F7E17}" type="datetime1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C6A94C-87F9-4135-8D16-E44AFA1FB6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3DE2A589-D2DC-84F9-7195-EA18408EDF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1" name="Rectangle 6">
            <a:extLst>
              <a:ext uri="{FF2B5EF4-FFF2-40B4-BE49-F238E27FC236}">
                <a16:creationId xmlns:a16="http://schemas.microsoft.com/office/drawing/2014/main" id="{93E8DDA7-6F09-A45D-D2CD-D785473EF0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3066943" y="-3066947"/>
            <a:ext cx="311361" cy="644525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2" name="Freeform: Shape 59">
            <a:extLst>
              <a:ext uri="{FF2B5EF4-FFF2-40B4-BE49-F238E27FC236}">
                <a16:creationId xmlns:a16="http://schemas.microsoft.com/office/drawing/2014/main" id="{67B1242D-E100-7A0B-1A2F-727DD99340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 flipV="1">
            <a:off x="218569" y="-219375"/>
            <a:ext cx="312166" cy="749303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3" name="Rectangle 6">
            <a:extLst>
              <a:ext uri="{FF2B5EF4-FFF2-40B4-BE49-F238E27FC236}">
                <a16:creationId xmlns:a16="http://schemas.microsoft.com/office/drawing/2014/main" id="{D3D4B49A-33A3-4552-3BC7-AFEDF4F565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8416414" y="-1971971"/>
            <a:ext cx="312165" cy="425449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4" name="Rectangle 6">
            <a:extLst>
              <a:ext uri="{FF2B5EF4-FFF2-40B4-BE49-F238E27FC236}">
                <a16:creationId xmlns:a16="http://schemas.microsoft.com/office/drawing/2014/main" id="{539B139C-807D-C305-EDA8-691E0DFB62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11290193" y="-590448"/>
            <a:ext cx="311360" cy="1492256"/>
          </a:xfrm>
          <a:prstGeom prst="rect">
            <a:avLst/>
          </a:pr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698782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Number 3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993814EA-F598-EBFD-83D1-6782D7CBB5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1F4F8927-891C-4D7A-C2D3-6EB5EF6712F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61992" y="831918"/>
            <a:ext cx="10486008" cy="3977825"/>
          </a:xfrm>
        </p:spPr>
        <p:txBody>
          <a:bodyPr anchor="b">
            <a:noAutofit/>
          </a:bodyPr>
          <a:lstStyle>
            <a:lvl1pPr algn="ctr">
              <a:defRPr sz="23200">
                <a:solidFill>
                  <a:schemeClr val="tx1"/>
                </a:solidFill>
              </a:defRPr>
            </a:lvl1pPr>
          </a:lstStyle>
          <a:p>
            <a:r>
              <a:rPr lang="en-US"/>
              <a:t>##%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0489314B-CDC1-7F7E-C4DD-AAC0E5222B0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377440" y="4997668"/>
            <a:ext cx="7525512" cy="1028411"/>
          </a:xfrm>
        </p:spPr>
        <p:txBody>
          <a:bodyPr anchor="t">
            <a:noAutofit/>
          </a:bodyPr>
          <a:lstStyle>
            <a:lvl1pPr marL="0" indent="0" algn="ctr">
              <a:buNone/>
              <a:defRPr sz="2800" cap="none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5BFDC082-8545-4E14-11AF-FFBD6384E6D7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1174751" y="6400800"/>
            <a:ext cx="2743200" cy="266700"/>
          </a:xfrm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altLang="zh-CN" dirty="0"/>
              <a:t>03/12/2025</a:t>
            </a:r>
            <a:fld id="{FD138C57-8E3B-4697-92F8-0ED9B71F7E17}" type="datetime1">
              <a:rPr lang="en-US" smtClean="0"/>
              <a:pPr/>
              <a:t>4/15/2026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6FEC98-351C-9217-F32A-E626491DA1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29528185-249C-C3DD-E678-AFBB8FFF5E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Freeform: Shape 59">
            <a:extLst>
              <a:ext uri="{FF2B5EF4-FFF2-40B4-BE49-F238E27FC236}">
                <a16:creationId xmlns:a16="http://schemas.microsoft.com/office/drawing/2014/main" id="{699D7479-A95C-B9AB-8F14-BDAE9D9971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10886461" y="0"/>
            <a:ext cx="652769" cy="654548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" name="Rectangle 9">
            <a:extLst>
              <a:ext uri="{FF2B5EF4-FFF2-40B4-BE49-F238E27FC236}">
                <a16:creationId xmlns:a16="http://schemas.microsoft.com/office/drawing/2014/main" id="{36AD101D-8188-88D0-9B81-9437DD5E3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V="1">
            <a:off x="11538341" y="890"/>
            <a:ext cx="654549" cy="65276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Rectangle 11">
            <a:extLst>
              <a:ext uri="{FF2B5EF4-FFF2-40B4-BE49-F238E27FC236}">
                <a16:creationId xmlns:a16="http://schemas.microsoft.com/office/drawing/2014/main" id="{1148622B-2A3E-B519-D517-B1227723B3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H="1">
            <a:off x="-889" y="6204342"/>
            <a:ext cx="654546" cy="65276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Freeform: Shape 59">
            <a:extLst>
              <a:ext uri="{FF2B5EF4-FFF2-40B4-BE49-F238E27FC236}">
                <a16:creationId xmlns:a16="http://schemas.microsoft.com/office/drawing/2014/main" id="{0B9E09DF-714D-90DF-B3AD-44EABE33E3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652769" y="6203452"/>
            <a:ext cx="652769" cy="654548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573276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980D95FF-5457-4897-C849-71357B0BD49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648" y="-1274064"/>
            <a:ext cx="10652760" cy="1133856"/>
          </a:xfrm>
        </p:spPr>
        <p:txBody>
          <a:bodyPr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6">
            <a:extLst>
              <a:ext uri="{FF2B5EF4-FFF2-40B4-BE49-F238E27FC236}">
                <a16:creationId xmlns:a16="http://schemas.microsoft.com/office/drawing/2014/main" id="{7FA8F0C3-BC6D-6591-CB4A-11D861FBC72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651932"/>
            <a:ext cx="8266176" cy="5584275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5400" b="1"/>
            </a:lvl1pPr>
            <a:lvl2pPr marL="228600" indent="0">
              <a:lnSpc>
                <a:spcPct val="100000"/>
              </a:lnSpc>
              <a:buNone/>
              <a:defRPr sz="4800" b="1"/>
            </a:lvl2pPr>
            <a:lvl3pPr marL="457200" indent="0">
              <a:lnSpc>
                <a:spcPct val="100000"/>
              </a:lnSpc>
              <a:buNone/>
              <a:defRPr sz="4400" b="1"/>
            </a:lvl3pPr>
            <a:lvl4pPr marL="685800" indent="0">
              <a:lnSpc>
                <a:spcPct val="100000"/>
              </a:lnSpc>
              <a:buNone/>
              <a:defRPr sz="4000" b="1"/>
            </a:lvl4pPr>
            <a:lvl5pPr marL="914400" indent="0">
              <a:lnSpc>
                <a:spcPct val="100000"/>
              </a:lnSpc>
              <a:buNone/>
              <a:defRPr sz="3600" b="1"/>
            </a:lvl5pPr>
          </a:lstStyle>
          <a:p>
            <a:pPr lvl="0"/>
            <a:r>
              <a:rPr lang="en-US"/>
              <a:t>Click to edit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2B90E5DD-D445-87A5-7673-8A1F88BDDD3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6400800"/>
            <a:ext cx="2743200" cy="266700"/>
          </a:xfrm>
        </p:spPr>
        <p:txBody>
          <a:bodyPr/>
          <a:lstStyle/>
          <a:p>
            <a:r>
              <a:rPr lang="en-US" altLang="zh-CN" dirty="0"/>
              <a:t>03/12/2025</a:t>
            </a:r>
            <a:fld id="{FD138C57-8E3B-4697-92F8-0ED9B71F7E17}" type="datetime1">
              <a:rPr lang="en-US" smtClean="0"/>
              <a:t>4/15/2026</a:t>
            </a:fld>
            <a:endParaRPr 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83BBD032-D2AB-904A-8441-9141AC45A2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3BB3875C-AB86-8E9A-4F93-9CCBB06B8E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Rectangle 6">
            <a:extLst>
              <a:ext uri="{FF2B5EF4-FFF2-40B4-BE49-F238E27FC236}">
                <a16:creationId xmlns:a16="http://schemas.microsoft.com/office/drawing/2014/main" id="{FB298429-8DA5-BFFD-51EB-A90E073B0C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11603197" y="-1"/>
            <a:ext cx="592750" cy="207656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Graphic 21">
            <a:extLst>
              <a:ext uri="{FF2B5EF4-FFF2-40B4-BE49-F238E27FC236}">
                <a16:creationId xmlns:a16="http://schemas.microsoft.com/office/drawing/2014/main" id="{3C3643E2-FB9D-A282-05D4-4ADCA28D37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11603197" y="3590"/>
            <a:ext cx="592750" cy="2076568"/>
          </a:xfrm>
          <a:custGeom>
            <a:avLst/>
            <a:gdLst>
              <a:gd name="connsiteX0" fmla="*/ 2286 w 1660874"/>
              <a:gd name="connsiteY0" fmla="*/ 1660874 h 1660874"/>
              <a:gd name="connsiteX1" fmla="*/ 0 w 1660874"/>
              <a:gd name="connsiteY1" fmla="*/ 0 h 1660874"/>
              <a:gd name="connsiteX2" fmla="*/ 1660874 w 1660874"/>
              <a:gd name="connsiteY2" fmla="*/ 2286 h 1660874"/>
              <a:gd name="connsiteX3" fmla="*/ 1660874 w 1660874"/>
              <a:gd name="connsiteY3" fmla="*/ 10954 h 1660874"/>
              <a:gd name="connsiteX4" fmla="*/ 17812 w 1660874"/>
              <a:gd name="connsiteY4" fmla="*/ 1660874 h 1660874"/>
              <a:gd name="connsiteX5" fmla="*/ 2286 w 1660874"/>
              <a:gd name="connsiteY5" fmla="*/ 1660874 h 1660874"/>
              <a:gd name="connsiteX6" fmla="*/ 2286 w 1660874"/>
              <a:gd name="connsiteY6" fmla="*/ 1660874 h 16608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660874" h="1660874">
                <a:moveTo>
                  <a:pt x="2286" y="1660874"/>
                </a:moveTo>
                <a:lnTo>
                  <a:pt x="0" y="0"/>
                </a:lnTo>
                <a:lnTo>
                  <a:pt x="1660874" y="2286"/>
                </a:lnTo>
                <a:lnTo>
                  <a:pt x="1660874" y="10954"/>
                </a:lnTo>
                <a:lnTo>
                  <a:pt x="17812" y="1660874"/>
                </a:lnTo>
                <a:lnTo>
                  <a:pt x="2286" y="1660874"/>
                </a:lnTo>
                <a:lnTo>
                  <a:pt x="2286" y="1660874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2" name="Rectangle 9">
            <a:extLst>
              <a:ext uri="{FF2B5EF4-FFF2-40B4-BE49-F238E27FC236}">
                <a16:creationId xmlns:a16="http://schemas.microsoft.com/office/drawing/2014/main" id="{71D24C1E-2499-ECF1-B8DF-E0B4343EA4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11599250" y="2076566"/>
            <a:ext cx="596697" cy="355701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Rectangle 8">
            <a:extLst>
              <a:ext uri="{FF2B5EF4-FFF2-40B4-BE49-F238E27FC236}">
                <a16:creationId xmlns:a16="http://schemas.microsoft.com/office/drawing/2014/main" id="{2B0AE408-95C0-A98F-93FE-469A71B648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11601222" y="5633580"/>
            <a:ext cx="594723" cy="122441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5901200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EFA7C22B-A89C-426A-2C61-A4248B0DBC7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648" y="-1372961"/>
            <a:ext cx="10652760" cy="1133856"/>
          </a:xfrm>
        </p:spPr>
        <p:txBody>
          <a:bodyPr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4" name="Content Placeholder 6">
            <a:extLst>
              <a:ext uri="{FF2B5EF4-FFF2-40B4-BE49-F238E27FC236}">
                <a16:creationId xmlns:a16="http://schemas.microsoft.com/office/drawing/2014/main" id="{72744D9B-8B76-550A-34DF-7C3E89C14E5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1968500"/>
            <a:ext cx="8266176" cy="4267708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5400" b="1"/>
            </a:lvl1pPr>
            <a:lvl2pPr marL="228600" indent="0">
              <a:lnSpc>
                <a:spcPct val="100000"/>
              </a:lnSpc>
              <a:buNone/>
              <a:defRPr sz="4800" b="1"/>
            </a:lvl2pPr>
            <a:lvl3pPr marL="457200" indent="0">
              <a:lnSpc>
                <a:spcPct val="100000"/>
              </a:lnSpc>
              <a:buNone/>
              <a:defRPr sz="4400" b="1"/>
            </a:lvl3pPr>
            <a:lvl4pPr marL="685800" indent="0">
              <a:lnSpc>
                <a:spcPct val="100000"/>
              </a:lnSpc>
              <a:buNone/>
              <a:defRPr sz="4000" b="1"/>
            </a:lvl4pPr>
            <a:lvl5pPr marL="914400" indent="0">
              <a:lnSpc>
                <a:spcPct val="100000"/>
              </a:lnSpc>
              <a:buNone/>
              <a:defRPr sz="3600" b="1"/>
            </a:lvl5pPr>
          </a:lstStyle>
          <a:p>
            <a:pPr lvl="0"/>
            <a:r>
              <a:rPr lang="en-US"/>
              <a:t>Click to edit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E3EFFE-734C-E450-E89C-CA99223B863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6400800"/>
            <a:ext cx="2743200" cy="266700"/>
          </a:xfrm>
        </p:spPr>
        <p:txBody>
          <a:bodyPr/>
          <a:lstStyle/>
          <a:p>
            <a:r>
              <a:rPr lang="en-US" altLang="zh-CN" dirty="0"/>
              <a:t>03/12/2025</a:t>
            </a:r>
            <a:fld id="{FD138C57-8E3B-4697-92F8-0ED9B71F7E17}" type="datetime1">
              <a:rPr lang="en-US" smtClean="0"/>
              <a:t>4/15/2026</a:t>
            </a:fld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CB40393E-DBD1-6BA9-3978-D776FE4787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5A968107-B15C-8E6D-FE8F-5B9CF718BB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0CC74BB1-A215-A0A5-E737-8BCC4B63BA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11603197" y="-1"/>
            <a:ext cx="592750" cy="207656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Graphic 21">
            <a:extLst>
              <a:ext uri="{FF2B5EF4-FFF2-40B4-BE49-F238E27FC236}">
                <a16:creationId xmlns:a16="http://schemas.microsoft.com/office/drawing/2014/main" id="{EBEFF781-B473-6F4A-B48E-4BDDBDA22A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11603197" y="3590"/>
            <a:ext cx="592750" cy="2076568"/>
          </a:xfrm>
          <a:custGeom>
            <a:avLst/>
            <a:gdLst>
              <a:gd name="connsiteX0" fmla="*/ 2286 w 1660874"/>
              <a:gd name="connsiteY0" fmla="*/ 1660874 h 1660874"/>
              <a:gd name="connsiteX1" fmla="*/ 0 w 1660874"/>
              <a:gd name="connsiteY1" fmla="*/ 0 h 1660874"/>
              <a:gd name="connsiteX2" fmla="*/ 1660874 w 1660874"/>
              <a:gd name="connsiteY2" fmla="*/ 2286 h 1660874"/>
              <a:gd name="connsiteX3" fmla="*/ 1660874 w 1660874"/>
              <a:gd name="connsiteY3" fmla="*/ 10954 h 1660874"/>
              <a:gd name="connsiteX4" fmla="*/ 17812 w 1660874"/>
              <a:gd name="connsiteY4" fmla="*/ 1660874 h 1660874"/>
              <a:gd name="connsiteX5" fmla="*/ 2286 w 1660874"/>
              <a:gd name="connsiteY5" fmla="*/ 1660874 h 1660874"/>
              <a:gd name="connsiteX6" fmla="*/ 2286 w 1660874"/>
              <a:gd name="connsiteY6" fmla="*/ 1660874 h 16608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660874" h="1660874">
                <a:moveTo>
                  <a:pt x="2286" y="1660874"/>
                </a:moveTo>
                <a:lnTo>
                  <a:pt x="0" y="0"/>
                </a:lnTo>
                <a:lnTo>
                  <a:pt x="1660874" y="2286"/>
                </a:lnTo>
                <a:lnTo>
                  <a:pt x="1660874" y="10954"/>
                </a:lnTo>
                <a:lnTo>
                  <a:pt x="17812" y="1660874"/>
                </a:lnTo>
                <a:lnTo>
                  <a:pt x="2286" y="1660874"/>
                </a:lnTo>
                <a:lnTo>
                  <a:pt x="2286" y="1660874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F9949D4-4863-4EB4-07B7-1DE490BE57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11599250" y="2076566"/>
            <a:ext cx="596697" cy="355701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Rectangle 8">
            <a:extLst>
              <a:ext uri="{FF2B5EF4-FFF2-40B4-BE49-F238E27FC236}">
                <a16:creationId xmlns:a16="http://schemas.microsoft.com/office/drawing/2014/main" id="{C66188E6-7A98-AC66-FEEF-2258A532A8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11601222" y="5633580"/>
            <a:ext cx="594723" cy="122441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67266199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693AB473-5AA2-F8C2-52FE-444C26F5527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648" y="-1274064"/>
            <a:ext cx="10652760" cy="1133856"/>
          </a:xfrm>
        </p:spPr>
        <p:txBody>
          <a:bodyPr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Content Placeholder 6">
            <a:extLst>
              <a:ext uri="{FF2B5EF4-FFF2-40B4-BE49-F238E27FC236}">
                <a16:creationId xmlns:a16="http://schemas.microsoft.com/office/drawing/2014/main" id="{BB5C6304-7175-022B-6047-B7061B9529B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651932"/>
            <a:ext cx="8266176" cy="5584275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5400" b="1"/>
            </a:lvl1pPr>
            <a:lvl2pPr marL="228600" indent="0">
              <a:lnSpc>
                <a:spcPct val="100000"/>
              </a:lnSpc>
              <a:buNone/>
              <a:defRPr sz="4800" b="1"/>
            </a:lvl2pPr>
            <a:lvl3pPr marL="457200" indent="0">
              <a:lnSpc>
                <a:spcPct val="100000"/>
              </a:lnSpc>
              <a:buNone/>
              <a:defRPr sz="4400" b="1"/>
            </a:lvl3pPr>
            <a:lvl4pPr marL="685800" indent="0">
              <a:lnSpc>
                <a:spcPct val="100000"/>
              </a:lnSpc>
              <a:buNone/>
              <a:defRPr sz="4000" b="1"/>
            </a:lvl4pPr>
            <a:lvl5pPr marL="914400" indent="0">
              <a:lnSpc>
                <a:spcPct val="100000"/>
              </a:lnSpc>
              <a:buNone/>
              <a:defRPr sz="3600" b="1"/>
            </a:lvl5pPr>
          </a:lstStyle>
          <a:p>
            <a:pPr lvl="0"/>
            <a:r>
              <a:rPr lang="en-US"/>
              <a:t>Click to edit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701E0B-6390-6AEC-5C53-5D538E158E5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6400800"/>
            <a:ext cx="2743200" cy="266700"/>
          </a:xfrm>
        </p:spPr>
        <p:txBody>
          <a:bodyPr/>
          <a:lstStyle/>
          <a:p>
            <a:r>
              <a:rPr lang="en-US" altLang="zh-CN" dirty="0"/>
              <a:t>03/12/2025</a:t>
            </a:r>
            <a:fld id="{FD138C57-8E3B-4697-92F8-0ED9B71F7E17}" type="datetime1">
              <a:rPr lang="en-US" smtClean="0"/>
              <a:t>4/15/2026</a:t>
            </a:fld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BD45BA7E-BB20-C646-2450-F8562ED926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1B1D2082-DF85-D231-9624-6372331F3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0D3E5FC2-5685-46E9-2717-E0629E608C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11603197" y="-1"/>
            <a:ext cx="592750" cy="207656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Graphic 21">
            <a:extLst>
              <a:ext uri="{FF2B5EF4-FFF2-40B4-BE49-F238E27FC236}">
                <a16:creationId xmlns:a16="http://schemas.microsoft.com/office/drawing/2014/main" id="{C526560E-0081-7213-2B8C-2BEC157A21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11603197" y="3590"/>
            <a:ext cx="592750" cy="2076568"/>
          </a:xfrm>
          <a:custGeom>
            <a:avLst/>
            <a:gdLst>
              <a:gd name="connsiteX0" fmla="*/ 2286 w 1660874"/>
              <a:gd name="connsiteY0" fmla="*/ 1660874 h 1660874"/>
              <a:gd name="connsiteX1" fmla="*/ 0 w 1660874"/>
              <a:gd name="connsiteY1" fmla="*/ 0 h 1660874"/>
              <a:gd name="connsiteX2" fmla="*/ 1660874 w 1660874"/>
              <a:gd name="connsiteY2" fmla="*/ 2286 h 1660874"/>
              <a:gd name="connsiteX3" fmla="*/ 1660874 w 1660874"/>
              <a:gd name="connsiteY3" fmla="*/ 10954 h 1660874"/>
              <a:gd name="connsiteX4" fmla="*/ 17812 w 1660874"/>
              <a:gd name="connsiteY4" fmla="*/ 1660874 h 1660874"/>
              <a:gd name="connsiteX5" fmla="*/ 2286 w 1660874"/>
              <a:gd name="connsiteY5" fmla="*/ 1660874 h 1660874"/>
              <a:gd name="connsiteX6" fmla="*/ 2286 w 1660874"/>
              <a:gd name="connsiteY6" fmla="*/ 1660874 h 16608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660874" h="1660874">
                <a:moveTo>
                  <a:pt x="2286" y="1660874"/>
                </a:moveTo>
                <a:lnTo>
                  <a:pt x="0" y="0"/>
                </a:lnTo>
                <a:lnTo>
                  <a:pt x="1660874" y="2286"/>
                </a:lnTo>
                <a:lnTo>
                  <a:pt x="1660874" y="10954"/>
                </a:lnTo>
                <a:lnTo>
                  <a:pt x="17812" y="1660874"/>
                </a:lnTo>
                <a:lnTo>
                  <a:pt x="2286" y="1660874"/>
                </a:lnTo>
                <a:lnTo>
                  <a:pt x="2286" y="1660874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39A8E9E-14B4-DCD2-5039-79CFB34422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11599250" y="2076566"/>
            <a:ext cx="596697" cy="355701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Rectangle 8">
            <a:extLst>
              <a:ext uri="{FF2B5EF4-FFF2-40B4-BE49-F238E27FC236}">
                <a16:creationId xmlns:a16="http://schemas.microsoft.com/office/drawing/2014/main" id="{DBFDC890-4416-3434-05AF-08ECA9FC95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11601222" y="5633580"/>
            <a:ext cx="594723" cy="122441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076814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Quot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499616" y="1188720"/>
            <a:ext cx="9198864" cy="3657600"/>
          </a:xfrm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/>
            </a:lvl1pPr>
          </a:lstStyle>
          <a:p>
            <a:r>
              <a:rPr lang="en-US"/>
              <a:t>Click to edit Quote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499616" y="5428752"/>
            <a:ext cx="9198864" cy="466344"/>
          </a:xfrm>
        </p:spPr>
        <p:txBody>
          <a:bodyPr anchor="ctr">
            <a:noAutofit/>
          </a:bodyPr>
          <a:lstStyle>
            <a:lvl1pPr marL="0" indent="0" algn="l">
              <a:buNone/>
              <a:defRPr sz="22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Quote Author</a:t>
            </a:r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950D50B0-843C-5B14-48D1-87F8D200100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6400800"/>
            <a:ext cx="2743200" cy="266700"/>
          </a:xfrm>
        </p:spPr>
        <p:txBody>
          <a:bodyPr/>
          <a:lstStyle/>
          <a:p>
            <a:r>
              <a:rPr lang="en-US" altLang="zh-CN" dirty="0"/>
              <a:t>03/12/2025</a:t>
            </a:r>
            <a:fld id="{FD138C57-8E3B-4697-92F8-0ED9B71F7E17}" type="datetime1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16ADB1-ED49-7629-9149-E16F9F0A2F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849AE49E-D511-6279-081B-4E86B48E58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8" name="Rectangle 6">
            <a:extLst>
              <a:ext uri="{FF2B5EF4-FFF2-40B4-BE49-F238E27FC236}">
                <a16:creationId xmlns:a16="http://schemas.microsoft.com/office/drawing/2014/main" id="{AD384D22-7069-5A9F-31CA-EEDEA8AAF2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11716760" y="-163879"/>
            <a:ext cx="312165" cy="6383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9" name="Rectangle 6">
            <a:extLst>
              <a:ext uri="{FF2B5EF4-FFF2-40B4-BE49-F238E27FC236}">
                <a16:creationId xmlns:a16="http://schemas.microsoft.com/office/drawing/2014/main" id="{6AE04790-7C0A-5078-4BBB-C4DBA56336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8843383" y="-2398940"/>
            <a:ext cx="312165" cy="5108436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30" name="Rectangle 6">
            <a:extLst>
              <a:ext uri="{FF2B5EF4-FFF2-40B4-BE49-F238E27FC236}">
                <a16:creationId xmlns:a16="http://schemas.microsoft.com/office/drawing/2014/main" id="{5111550E-DD6C-68D9-796D-CC69B24BB8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3066943" y="-3066947"/>
            <a:ext cx="311361" cy="644525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31" name="Freeform: Shape 59">
            <a:extLst>
              <a:ext uri="{FF2B5EF4-FFF2-40B4-BE49-F238E27FC236}">
                <a16:creationId xmlns:a16="http://schemas.microsoft.com/office/drawing/2014/main" id="{29EB5C97-94A5-1E7B-8EEE-F0194617F2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H="1" flipV="1">
            <a:off x="5673214" y="-460675"/>
            <a:ext cx="312166" cy="1231903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789354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Quote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CE66BBE-3119-84C9-214F-FCCB3DF5A6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1"/>
            <a:ext cx="12192000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499616" y="1344168"/>
            <a:ext cx="9198864" cy="3291840"/>
          </a:xfrm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/>
            </a:lvl1pPr>
          </a:lstStyle>
          <a:p>
            <a:r>
              <a:rPr lang="en-US"/>
              <a:t>Click to edit Quote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499616" y="5349240"/>
            <a:ext cx="9198864" cy="466344"/>
          </a:xfrm>
        </p:spPr>
        <p:txBody>
          <a:bodyPr anchor="ctr">
            <a:noAutofit/>
          </a:bodyPr>
          <a:lstStyle>
            <a:lvl1pPr marL="0" indent="0" algn="l">
              <a:buNone/>
              <a:defRPr sz="2200" b="1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Quote Author</a:t>
            </a:r>
          </a:p>
        </p:txBody>
      </p:sp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10EAFB48-77A7-BA54-C30E-13615B2CFC34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1174751" y="6400800"/>
            <a:ext cx="2743200" cy="266700"/>
          </a:xfrm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altLang="zh-CN" dirty="0"/>
              <a:t>03/12/2025</a:t>
            </a:r>
            <a:fld id="{FD138C57-8E3B-4697-92F8-0ED9B71F7E17}" type="datetime1">
              <a:rPr lang="en-US" smtClean="0"/>
              <a:pPr/>
              <a:t>4/15/2026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2CA297-04CE-E894-0801-F7FA853E16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1802B948-797F-2EDF-6B6F-80E26357F7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Freeform: Shape 59">
            <a:extLst>
              <a:ext uri="{FF2B5EF4-FFF2-40B4-BE49-F238E27FC236}">
                <a16:creationId xmlns:a16="http://schemas.microsoft.com/office/drawing/2014/main" id="{37AA86A7-00D3-E74F-78A0-15D0D5E677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10886461" y="0"/>
            <a:ext cx="652769" cy="654548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9" name="Rectangle 9">
            <a:extLst>
              <a:ext uri="{FF2B5EF4-FFF2-40B4-BE49-F238E27FC236}">
                <a16:creationId xmlns:a16="http://schemas.microsoft.com/office/drawing/2014/main" id="{E6BF3A7D-5E07-57E7-65BD-0684EBF6BC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V="1">
            <a:off x="11538341" y="890"/>
            <a:ext cx="654549" cy="65276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Rectangle 11">
            <a:extLst>
              <a:ext uri="{FF2B5EF4-FFF2-40B4-BE49-F238E27FC236}">
                <a16:creationId xmlns:a16="http://schemas.microsoft.com/office/drawing/2014/main" id="{8DC52BC5-949D-F72A-1862-B4C2DF8ADF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H="1">
            <a:off x="-889" y="6204342"/>
            <a:ext cx="654546" cy="65276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Freeform: Shape 59">
            <a:extLst>
              <a:ext uri="{FF2B5EF4-FFF2-40B4-BE49-F238E27FC236}">
                <a16:creationId xmlns:a16="http://schemas.microsoft.com/office/drawing/2014/main" id="{64EF6841-D3F8-5018-9386-312A1A88CA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652769" y="6203452"/>
            <a:ext cx="652769" cy="654548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5822228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Quot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8">
            <a:extLst>
              <a:ext uri="{FF2B5EF4-FFF2-40B4-BE49-F238E27FC236}">
                <a16:creationId xmlns:a16="http://schemas.microsoft.com/office/drawing/2014/main" id="{9DEA9FFE-FE2C-A2CF-6A54-6A11FD0459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V="1">
            <a:off x="10693958" y="4558433"/>
            <a:ext cx="1498042" cy="229956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Freeform: Shape 59">
            <a:extLst>
              <a:ext uri="{FF2B5EF4-FFF2-40B4-BE49-F238E27FC236}">
                <a16:creationId xmlns:a16="http://schemas.microsoft.com/office/drawing/2014/main" id="{7F3191B1-5F85-BFE9-41AB-CC31EB42A1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10693958" y="4558438"/>
            <a:ext cx="1498042" cy="2299562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44000" y="1234440"/>
            <a:ext cx="8961120" cy="3169920"/>
          </a:xfrm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400" b="0"/>
            </a:lvl1pPr>
          </a:lstStyle>
          <a:p>
            <a:r>
              <a:rPr lang="en-US"/>
              <a:t>Click to edit Quote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41793" y="5540026"/>
            <a:ext cx="8961120" cy="466344"/>
          </a:xfrm>
        </p:spPr>
        <p:txBody>
          <a:bodyPr anchor="ctr">
            <a:noAutofit/>
          </a:bodyPr>
          <a:lstStyle>
            <a:lvl1pPr marL="0" indent="0" algn="l">
              <a:buNone/>
              <a:defRPr sz="22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Quote Author</a:t>
            </a:r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751857FF-9996-86DA-9589-6D9F2E71838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6400800"/>
            <a:ext cx="2743200" cy="266700"/>
          </a:xfrm>
        </p:spPr>
        <p:txBody>
          <a:bodyPr/>
          <a:lstStyle/>
          <a:p>
            <a:r>
              <a:rPr lang="en-US" altLang="zh-CN" dirty="0"/>
              <a:t>03/12/2025</a:t>
            </a:r>
            <a:fld id="{FD138C57-8E3B-4697-92F8-0ED9B71F7E17}" type="datetime1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06B0CE-1E90-D91B-206A-1AAEF0D8BA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5A564268-0963-3A71-EC86-705E6E6545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B0AFCBF-0E31-230A-60F4-103AA780AE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10693958" y="0"/>
            <a:ext cx="1498041" cy="245649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8" name="Freeform: Shape 59">
            <a:extLst>
              <a:ext uri="{FF2B5EF4-FFF2-40B4-BE49-F238E27FC236}">
                <a16:creationId xmlns:a16="http://schemas.microsoft.com/office/drawing/2014/main" id="{15B40AB6-F47D-71EB-5487-2535D533CE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10702662" y="-1"/>
            <a:ext cx="1489338" cy="2456489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20880F52-3352-D5BD-BC6D-2567B22B1D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10693958" y="2456494"/>
            <a:ext cx="1498041" cy="2101947"/>
          </a:xfrm>
          <a:prstGeom prst="rect">
            <a:avLst/>
          </a:pr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693C49F-06BF-DE6C-456D-E415925B37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10693958" y="3813296"/>
            <a:ext cx="1497360" cy="745145"/>
          </a:xfrm>
          <a:custGeom>
            <a:avLst/>
            <a:gdLst>
              <a:gd name="connsiteX0" fmla="*/ 0 w 2351450"/>
              <a:gd name="connsiteY0" fmla="*/ 0 h 1170173"/>
              <a:gd name="connsiteX1" fmla="*/ 2351450 w 2351450"/>
              <a:gd name="connsiteY1" fmla="*/ 0 h 1170173"/>
              <a:gd name="connsiteX2" fmla="*/ 2345674 w 2351450"/>
              <a:gd name="connsiteY2" fmla="*/ 114394 h 1170173"/>
              <a:gd name="connsiteX3" fmla="*/ 1175725 w 2351450"/>
              <a:gd name="connsiteY3" fmla="*/ 1170173 h 1170173"/>
              <a:gd name="connsiteX4" fmla="*/ 5777 w 2351450"/>
              <a:gd name="connsiteY4" fmla="*/ 114394 h 11701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51450" h="1170173">
                <a:moveTo>
                  <a:pt x="0" y="0"/>
                </a:moveTo>
                <a:lnTo>
                  <a:pt x="2351450" y="0"/>
                </a:lnTo>
                <a:lnTo>
                  <a:pt x="2345674" y="114394"/>
                </a:lnTo>
                <a:cubicBezTo>
                  <a:pt x="2285450" y="707410"/>
                  <a:pt x="1784630" y="1170173"/>
                  <a:pt x="1175725" y="1170173"/>
                </a:cubicBezTo>
                <a:cubicBezTo>
                  <a:pt x="566821" y="1170173"/>
                  <a:pt x="66001" y="707410"/>
                  <a:pt x="5777" y="1143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886299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831919"/>
            <a:ext cx="10515600" cy="1132258"/>
          </a:xfrm>
        </p:spPr>
        <p:txBody>
          <a:bodyPr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4DC103C-4E45-07FA-2734-5BAE2624DC4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38200" y="2147455"/>
            <a:ext cx="5181600" cy="3878625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88F1ED9-CE64-0191-F909-FDC002A7456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172200" y="2147455"/>
            <a:ext cx="5181600" cy="3878625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Date Placeholder 3">
            <a:extLst>
              <a:ext uri="{FF2B5EF4-FFF2-40B4-BE49-F238E27FC236}">
                <a16:creationId xmlns:a16="http://schemas.microsoft.com/office/drawing/2014/main" id="{3951C9BE-1BC0-DA0E-97D3-AEEBAEC8912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6400800"/>
            <a:ext cx="2743200" cy="266700"/>
          </a:xfrm>
        </p:spPr>
        <p:txBody>
          <a:bodyPr/>
          <a:lstStyle/>
          <a:p>
            <a:r>
              <a:rPr lang="en-US" altLang="zh-CN" dirty="0"/>
              <a:t>03/12/2025</a:t>
            </a:r>
            <a:fld id="{FD138C57-8E3B-4697-92F8-0ED9B71F7E17}" type="datetime1">
              <a:rPr lang="en-US" smtClean="0"/>
              <a:t>4/15/2026</a:t>
            </a:fld>
            <a:endParaRPr lang="en-US"/>
          </a:p>
        </p:txBody>
      </p:sp>
      <p:sp>
        <p:nvSpPr>
          <p:cNvPr id="23" name="Footer Placeholder 4">
            <a:extLst>
              <a:ext uri="{FF2B5EF4-FFF2-40B4-BE49-F238E27FC236}">
                <a16:creationId xmlns:a16="http://schemas.microsoft.com/office/drawing/2014/main" id="{2A408A81-CDF6-5FC4-EB66-DF74E6CD65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22" name="Slide Number Placeholder 5">
            <a:extLst>
              <a:ext uri="{FF2B5EF4-FFF2-40B4-BE49-F238E27FC236}">
                <a16:creationId xmlns:a16="http://schemas.microsoft.com/office/drawing/2014/main" id="{84B2F785-3677-7806-7A3C-AB27487BBB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1" name="Rectangle 6">
            <a:extLst>
              <a:ext uri="{FF2B5EF4-FFF2-40B4-BE49-F238E27FC236}">
                <a16:creationId xmlns:a16="http://schemas.microsoft.com/office/drawing/2014/main" id="{0792B4B1-A255-634B-7113-0BE8BAE88A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11716760" y="-163879"/>
            <a:ext cx="312165" cy="6383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32" name="Rectangle 6">
            <a:extLst>
              <a:ext uri="{FF2B5EF4-FFF2-40B4-BE49-F238E27FC236}">
                <a16:creationId xmlns:a16="http://schemas.microsoft.com/office/drawing/2014/main" id="{3E17EB6F-9BB3-4A94-402E-FAD02B2C59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8843383" y="-2398940"/>
            <a:ext cx="312165" cy="5108436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33" name="Rectangle 6">
            <a:extLst>
              <a:ext uri="{FF2B5EF4-FFF2-40B4-BE49-F238E27FC236}">
                <a16:creationId xmlns:a16="http://schemas.microsoft.com/office/drawing/2014/main" id="{B5C09CFD-5DB4-D507-3AC9-437BB1B64D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3066943" y="-3066947"/>
            <a:ext cx="311361" cy="644525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34" name="Freeform: Shape 59">
            <a:extLst>
              <a:ext uri="{FF2B5EF4-FFF2-40B4-BE49-F238E27FC236}">
                <a16:creationId xmlns:a16="http://schemas.microsoft.com/office/drawing/2014/main" id="{3D77659E-88C7-E969-8E1D-2B9E7B0953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H="1" flipV="1">
            <a:off x="5673214" y="-460675"/>
            <a:ext cx="312166" cy="1231903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54796725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86374" y="838988"/>
            <a:ext cx="10461626" cy="1143292"/>
          </a:xfrm>
        </p:spPr>
        <p:txBody>
          <a:bodyPr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44000" y="2142935"/>
            <a:ext cx="5157787" cy="55983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86E5640-DE07-46FE-2EFB-FCD8C5238DC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44000" y="2844801"/>
            <a:ext cx="5157788" cy="3174212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6164812" y="2142935"/>
            <a:ext cx="5183188" cy="55983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0D5795C-6228-AA6F-1CF7-AD7010686BC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164812" y="2844801"/>
            <a:ext cx="5183188" cy="3174212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954F43-A159-C557-9E6B-CFF4F1036926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1174751" y="6400800"/>
            <a:ext cx="2743200" cy="266700"/>
          </a:xfrm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altLang="zh-CN" dirty="0"/>
              <a:t>03/12/2025</a:t>
            </a:r>
            <a:fld id="{FD138C57-8E3B-4697-92F8-0ED9B71F7E17}" type="datetime1">
              <a:rPr lang="en-US" smtClean="0"/>
              <a:pPr/>
              <a:t>4/15/2026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8669F11A-4BB7-E399-ADBB-0F360C0667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456F30B9-EE4B-C493-7E8E-D3B0E35E0B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Freeform: Shape 16">
            <a:extLst>
              <a:ext uri="{FF2B5EF4-FFF2-40B4-BE49-F238E27FC236}">
                <a16:creationId xmlns:a16="http://schemas.microsoft.com/office/drawing/2014/main" id="{03AB0DEF-0DAF-10A0-D371-A2D5CFF307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86467" y="0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5" name="Freeform: Shape 17">
            <a:extLst>
              <a:ext uri="{FF2B5EF4-FFF2-40B4-BE49-F238E27FC236}">
                <a16:creationId xmlns:a16="http://schemas.microsoft.com/office/drawing/2014/main" id="{CE00B65A-4DD3-A66E-7B7D-B1480BCB51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764589" y="0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6" name="Freeform: Shape 19">
            <a:extLst>
              <a:ext uri="{FF2B5EF4-FFF2-40B4-BE49-F238E27FC236}">
                <a16:creationId xmlns:a16="http://schemas.microsoft.com/office/drawing/2014/main" id="{69C3029D-7FB9-5E45-82D3-D6A8844A68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0" y="6003177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7" name="Freeform: Shape 18">
            <a:extLst>
              <a:ext uri="{FF2B5EF4-FFF2-40B4-BE49-F238E27FC236}">
                <a16:creationId xmlns:a16="http://schemas.microsoft.com/office/drawing/2014/main" id="{BE1498E0-4720-9D5C-04B8-B5A8136185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478123" y="6003177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26089341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3-item Lis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4000" y="886783"/>
            <a:ext cx="10504000" cy="1132258"/>
          </a:xfrm>
        </p:spPr>
        <p:txBody>
          <a:bodyPr anchor="ctr">
            <a:noAutofit/>
          </a:bodyPr>
          <a:lstStyle>
            <a:lvl1pPr algn="ctr"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2" name="Picture Placeholder21">
            <a:extLst>
              <a:ext uri="{FF2B5EF4-FFF2-40B4-BE49-F238E27FC236}">
                <a16:creationId xmlns:a16="http://schemas.microsoft.com/office/drawing/2014/main" id="{D0542117-0280-7EF2-981E-7EBEEA22B83F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380778" y="2533650"/>
            <a:ext cx="2684463" cy="1431925"/>
          </a:xfrm>
        </p:spPr>
        <p:txBody>
          <a:bodyPr/>
          <a:lstStyle/>
          <a:p>
            <a:endParaRPr lang="en-GB"/>
          </a:p>
        </p:txBody>
      </p:sp>
      <p:sp>
        <p:nvSpPr>
          <p:cNvPr id="8" name="Text Placeholder 35">
            <a:extLst>
              <a:ext uri="{FF2B5EF4-FFF2-40B4-BE49-F238E27FC236}">
                <a16:creationId xmlns:a16="http://schemas.microsoft.com/office/drawing/2014/main" id="{C0CA7D34-E67D-8E1E-D764-4EEF48B5F106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1372424" y="4044953"/>
            <a:ext cx="2692817" cy="680705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aseline="0">
                <a:latin typeface="+mj-lt"/>
                <a:ea typeface="+mj-ea"/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2pPr>
            <a:lvl3pPr algn="ctr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3pPr>
            <a:lvl4pPr algn="ctr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4pPr>
            <a:lvl5pPr algn="ctr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9" name="Text Placeholder 35">
            <a:extLst>
              <a:ext uri="{FF2B5EF4-FFF2-40B4-BE49-F238E27FC236}">
                <a16:creationId xmlns:a16="http://schemas.microsoft.com/office/drawing/2014/main" id="{BF9C1CC2-757F-2074-A27F-0C3465D031C7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1372424" y="4860184"/>
            <a:ext cx="2692817" cy="879610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buNone/>
              <a:defRPr sz="1400"/>
            </a:lvl1pPr>
            <a:lvl2pPr algn="ctr">
              <a:spcBef>
                <a:spcPts val="0"/>
              </a:spcBef>
              <a:defRPr sz="1400"/>
            </a:lvl2pPr>
            <a:lvl3pPr algn="ctr">
              <a:spcBef>
                <a:spcPts val="0"/>
              </a:spcBef>
              <a:defRPr sz="1400"/>
            </a:lvl3pPr>
            <a:lvl4pPr algn="ctr">
              <a:spcBef>
                <a:spcPts val="0"/>
              </a:spcBef>
              <a:defRPr sz="1400"/>
            </a:lvl4pPr>
            <a:lvl5pPr algn="ctr">
              <a:spcBef>
                <a:spcPts val="0"/>
              </a:spcBef>
              <a:defRPr sz="1400"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5" name="Picture Placeholder21">
            <a:extLst>
              <a:ext uri="{FF2B5EF4-FFF2-40B4-BE49-F238E27FC236}">
                <a16:creationId xmlns:a16="http://schemas.microsoft.com/office/drawing/2014/main" id="{57B833E3-1027-D68D-486F-417BDE65BF44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753768" y="2533650"/>
            <a:ext cx="2684463" cy="1431925"/>
          </a:xfrm>
        </p:spPr>
        <p:txBody>
          <a:bodyPr/>
          <a:lstStyle/>
          <a:p>
            <a:endParaRPr lang="en-GB"/>
          </a:p>
        </p:txBody>
      </p:sp>
      <p:sp>
        <p:nvSpPr>
          <p:cNvPr id="12" name="Text Placeholder 35">
            <a:extLst>
              <a:ext uri="{FF2B5EF4-FFF2-40B4-BE49-F238E27FC236}">
                <a16:creationId xmlns:a16="http://schemas.microsoft.com/office/drawing/2014/main" id="{51119BFC-5232-31B7-0199-2BC44B1610E9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4745414" y="4044953"/>
            <a:ext cx="2692817" cy="680705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aseline="0">
                <a:latin typeface="+mj-lt"/>
                <a:ea typeface="+mj-ea"/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2pPr>
            <a:lvl3pPr algn="ctr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3pPr>
            <a:lvl4pPr algn="ctr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4pPr>
            <a:lvl5pPr algn="ctr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3" name="Text Placeholder 35">
            <a:extLst>
              <a:ext uri="{FF2B5EF4-FFF2-40B4-BE49-F238E27FC236}">
                <a16:creationId xmlns:a16="http://schemas.microsoft.com/office/drawing/2014/main" id="{5B52BFC0-79AE-E39B-C284-97D8EDBCA7A0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4745414" y="4860184"/>
            <a:ext cx="2692817" cy="879610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buNone/>
              <a:defRPr sz="1400"/>
            </a:lvl1pPr>
            <a:lvl2pPr algn="ctr">
              <a:spcBef>
                <a:spcPts val="0"/>
              </a:spcBef>
              <a:defRPr sz="1400"/>
            </a:lvl2pPr>
            <a:lvl3pPr algn="ctr">
              <a:spcBef>
                <a:spcPts val="0"/>
              </a:spcBef>
              <a:defRPr sz="1400"/>
            </a:lvl3pPr>
            <a:lvl4pPr algn="ctr">
              <a:spcBef>
                <a:spcPts val="0"/>
              </a:spcBef>
              <a:defRPr sz="1400"/>
            </a:lvl4pPr>
            <a:lvl5pPr algn="ctr">
              <a:spcBef>
                <a:spcPts val="0"/>
              </a:spcBef>
              <a:defRPr sz="1400"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8" name="Picture Placeholder 21">
            <a:extLst>
              <a:ext uri="{FF2B5EF4-FFF2-40B4-BE49-F238E27FC236}">
                <a16:creationId xmlns:a16="http://schemas.microsoft.com/office/drawing/2014/main" id="{CF406033-2018-29A3-CCC9-6C9E44FD5D18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114789" y="2533650"/>
            <a:ext cx="2684463" cy="1431925"/>
          </a:xfrm>
        </p:spPr>
        <p:txBody>
          <a:bodyPr/>
          <a:lstStyle/>
          <a:p>
            <a:endParaRPr lang="en-GB"/>
          </a:p>
        </p:txBody>
      </p:sp>
      <p:sp>
        <p:nvSpPr>
          <p:cNvPr id="18" name="Text Placeholder 35">
            <a:extLst>
              <a:ext uri="{FF2B5EF4-FFF2-40B4-BE49-F238E27FC236}">
                <a16:creationId xmlns:a16="http://schemas.microsoft.com/office/drawing/2014/main" id="{C3ED7ECE-1ADF-CD96-C30D-6F02AC54B1FE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8106435" y="4044953"/>
            <a:ext cx="2692817" cy="680705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aseline="0">
                <a:latin typeface="+mj-lt"/>
                <a:ea typeface="+mj-ea"/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2pPr>
            <a:lvl3pPr algn="ctr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3pPr>
            <a:lvl4pPr algn="ctr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4pPr>
            <a:lvl5pPr algn="ctr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1" name="Text Placeholder 35">
            <a:extLst>
              <a:ext uri="{FF2B5EF4-FFF2-40B4-BE49-F238E27FC236}">
                <a16:creationId xmlns:a16="http://schemas.microsoft.com/office/drawing/2014/main" id="{12DF7936-36F7-44AF-D721-23AB6274392F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8106435" y="4860184"/>
            <a:ext cx="2692817" cy="879610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buNone/>
              <a:defRPr sz="1400"/>
            </a:lvl1pPr>
            <a:lvl2pPr algn="ctr">
              <a:spcBef>
                <a:spcPts val="0"/>
              </a:spcBef>
              <a:defRPr sz="1400"/>
            </a:lvl2pPr>
            <a:lvl3pPr algn="ctr">
              <a:spcBef>
                <a:spcPts val="0"/>
              </a:spcBef>
              <a:defRPr sz="1400"/>
            </a:lvl3pPr>
            <a:lvl4pPr algn="ctr">
              <a:spcBef>
                <a:spcPts val="0"/>
              </a:spcBef>
              <a:defRPr sz="1400"/>
            </a:lvl4pPr>
            <a:lvl5pPr algn="ctr">
              <a:spcBef>
                <a:spcPts val="0"/>
              </a:spcBef>
              <a:defRPr sz="1400"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D33EABF6-4EA1-0F72-47E7-E214CDBF7DD4}"/>
              </a:ext>
            </a:extLst>
          </p:cNvPr>
          <p:cNvSpPr>
            <a:spLocks noGrp="1"/>
          </p:cNvSpPr>
          <p:nvPr>
            <p:ph type="dt" sz="half" idx="45"/>
          </p:nvPr>
        </p:nvSpPr>
        <p:spPr>
          <a:xfrm>
            <a:off x="1174751" y="6400800"/>
            <a:ext cx="2743200" cy="266700"/>
          </a:xfrm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altLang="zh-CN" dirty="0"/>
              <a:t>03/12/2025</a:t>
            </a:r>
            <a:fld id="{FD138C57-8E3B-4697-92F8-0ED9B71F7E17}" type="datetime1">
              <a:rPr lang="en-US" smtClean="0"/>
              <a:pPr/>
              <a:t>4/15/2026</a:t>
            </a:fld>
            <a:endParaRPr 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F3BA8BAB-E3F7-7F34-F87D-AA46C5710F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CE3977F9-FC55-44B0-53B8-ADB4C12EC7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Freeform: Shape 59">
            <a:extLst>
              <a:ext uri="{FF2B5EF4-FFF2-40B4-BE49-F238E27FC236}">
                <a16:creationId xmlns:a16="http://schemas.microsoft.com/office/drawing/2014/main" id="{ED3CEBA7-0265-2989-2EC6-ED2043F337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10886461" y="0"/>
            <a:ext cx="652769" cy="654548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5" name="Rectangle 9">
            <a:extLst>
              <a:ext uri="{FF2B5EF4-FFF2-40B4-BE49-F238E27FC236}">
                <a16:creationId xmlns:a16="http://schemas.microsoft.com/office/drawing/2014/main" id="{A25533D8-30B7-6701-E92E-C0BA672DCC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V="1">
            <a:off x="11538341" y="890"/>
            <a:ext cx="654549" cy="65276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Rectangle 11">
            <a:extLst>
              <a:ext uri="{FF2B5EF4-FFF2-40B4-BE49-F238E27FC236}">
                <a16:creationId xmlns:a16="http://schemas.microsoft.com/office/drawing/2014/main" id="{C35F9418-7400-2BD9-AE41-597ECEA379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H="1">
            <a:off x="-889" y="6204342"/>
            <a:ext cx="654546" cy="65276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Freeform: Shape 59">
            <a:extLst>
              <a:ext uri="{FF2B5EF4-FFF2-40B4-BE49-F238E27FC236}">
                <a16:creationId xmlns:a16="http://schemas.microsoft.com/office/drawing/2014/main" id="{C0743258-BC4B-50FD-71BE-9D97DF0A87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652769" y="6203452"/>
            <a:ext cx="652769" cy="654548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4788580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4-item Lists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4000" y="886783"/>
            <a:ext cx="10504000" cy="1132258"/>
          </a:xfrm>
        </p:spPr>
        <p:txBody>
          <a:bodyPr anchor="ctr">
            <a:noAutofit/>
          </a:bodyPr>
          <a:lstStyle>
            <a:lvl1pPr algn="ctr"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0" name="Text Placeholder 35">
            <a:extLst>
              <a:ext uri="{FF2B5EF4-FFF2-40B4-BE49-F238E27FC236}">
                <a16:creationId xmlns:a16="http://schemas.microsoft.com/office/drawing/2014/main" id="{A6D91015-EB22-C504-4A41-5D8469D6BF3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2064866" y="2456269"/>
            <a:ext cx="3568837" cy="60960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aseline="0">
                <a:latin typeface="+mj-lt"/>
                <a:ea typeface="+mj-ea"/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2pPr>
            <a:lvl3pPr algn="ctr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3pPr>
            <a:lvl4pPr algn="ctr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4pPr>
            <a:lvl5pPr algn="ctr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1" name="Text Placeholder 35">
            <a:extLst>
              <a:ext uri="{FF2B5EF4-FFF2-40B4-BE49-F238E27FC236}">
                <a16:creationId xmlns:a16="http://schemas.microsoft.com/office/drawing/2014/main" id="{532D2B12-D41E-8DA0-8841-A776ACF4492B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2064866" y="3200395"/>
            <a:ext cx="3568837" cy="789658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algn="ctr">
              <a:spcBef>
                <a:spcPts val="0"/>
              </a:spcBef>
              <a:defRPr sz="1400"/>
            </a:lvl2pPr>
            <a:lvl3pPr algn="ctr">
              <a:spcBef>
                <a:spcPts val="0"/>
              </a:spcBef>
              <a:defRPr sz="1400"/>
            </a:lvl3pPr>
            <a:lvl4pPr algn="ctr">
              <a:spcBef>
                <a:spcPts val="0"/>
              </a:spcBef>
              <a:defRPr sz="1400"/>
            </a:lvl4pPr>
            <a:lvl5pPr algn="ctr">
              <a:spcBef>
                <a:spcPts val="0"/>
              </a:spcBef>
              <a:defRPr sz="1400"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2" name="Text Placeholder 35">
            <a:extLst>
              <a:ext uri="{FF2B5EF4-FFF2-40B4-BE49-F238E27FC236}">
                <a16:creationId xmlns:a16="http://schemas.microsoft.com/office/drawing/2014/main" id="{40A11E8F-696A-E4EF-90AF-7299A387E89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556353" y="2456269"/>
            <a:ext cx="3568837" cy="60960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aseline="0">
                <a:latin typeface="+mj-lt"/>
                <a:ea typeface="+mj-ea"/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2pPr>
            <a:lvl3pPr algn="ctr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3pPr>
            <a:lvl4pPr algn="ctr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4pPr>
            <a:lvl5pPr algn="ctr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3" name="Text Placeholder 35">
            <a:extLst>
              <a:ext uri="{FF2B5EF4-FFF2-40B4-BE49-F238E27FC236}">
                <a16:creationId xmlns:a16="http://schemas.microsoft.com/office/drawing/2014/main" id="{ED0764D2-EF05-95D7-E518-B428DEA78A5B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556353" y="3200395"/>
            <a:ext cx="3568837" cy="789658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algn="ctr">
              <a:spcBef>
                <a:spcPts val="0"/>
              </a:spcBef>
              <a:defRPr sz="1400"/>
            </a:lvl2pPr>
            <a:lvl3pPr algn="ctr">
              <a:spcBef>
                <a:spcPts val="0"/>
              </a:spcBef>
              <a:defRPr sz="1400"/>
            </a:lvl3pPr>
            <a:lvl4pPr algn="ctr">
              <a:spcBef>
                <a:spcPts val="0"/>
              </a:spcBef>
              <a:defRPr sz="1400"/>
            </a:lvl4pPr>
            <a:lvl5pPr algn="ctr">
              <a:spcBef>
                <a:spcPts val="0"/>
              </a:spcBef>
              <a:defRPr sz="1400"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4" name="Text Placeholder 35">
            <a:extLst>
              <a:ext uri="{FF2B5EF4-FFF2-40B4-BE49-F238E27FC236}">
                <a16:creationId xmlns:a16="http://schemas.microsoft.com/office/drawing/2014/main" id="{C07DDEA9-66DD-7AAA-0D2F-798B2B9629EE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2064866" y="4332161"/>
            <a:ext cx="3568837" cy="60960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aseline="0">
                <a:latin typeface="+mj-lt"/>
                <a:ea typeface="+mj-ea"/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2pPr>
            <a:lvl3pPr algn="ctr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3pPr>
            <a:lvl4pPr algn="ctr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4pPr>
            <a:lvl5pPr algn="ctr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5" name="Text Placeholder 35">
            <a:extLst>
              <a:ext uri="{FF2B5EF4-FFF2-40B4-BE49-F238E27FC236}">
                <a16:creationId xmlns:a16="http://schemas.microsoft.com/office/drawing/2014/main" id="{D27F749F-CAF5-FF7B-7CF9-192E8764322C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2064866" y="5076287"/>
            <a:ext cx="3568837" cy="789658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algn="ctr">
              <a:spcBef>
                <a:spcPts val="0"/>
              </a:spcBef>
              <a:defRPr sz="1400"/>
            </a:lvl2pPr>
            <a:lvl3pPr algn="ctr">
              <a:spcBef>
                <a:spcPts val="0"/>
              </a:spcBef>
              <a:defRPr sz="1400"/>
            </a:lvl3pPr>
            <a:lvl4pPr algn="ctr">
              <a:spcBef>
                <a:spcPts val="0"/>
              </a:spcBef>
              <a:defRPr sz="1400"/>
            </a:lvl4pPr>
            <a:lvl5pPr algn="ctr">
              <a:spcBef>
                <a:spcPts val="0"/>
              </a:spcBef>
              <a:defRPr sz="1400"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6" name="Text Placeholder 35">
            <a:extLst>
              <a:ext uri="{FF2B5EF4-FFF2-40B4-BE49-F238E27FC236}">
                <a16:creationId xmlns:a16="http://schemas.microsoft.com/office/drawing/2014/main" id="{BC192F01-6AB2-5F7C-6D0A-CB9465FB2B17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6556353" y="4332161"/>
            <a:ext cx="3568837" cy="60960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aseline="0">
                <a:latin typeface="+mj-lt"/>
                <a:ea typeface="+mj-ea"/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2pPr>
            <a:lvl3pPr algn="ctr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3pPr>
            <a:lvl4pPr algn="ctr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4pPr>
            <a:lvl5pPr algn="ctr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7" name="Text Placeholder 35">
            <a:extLst>
              <a:ext uri="{FF2B5EF4-FFF2-40B4-BE49-F238E27FC236}">
                <a16:creationId xmlns:a16="http://schemas.microsoft.com/office/drawing/2014/main" id="{92B7605E-FACE-97D3-9DDD-CBD52582C52F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556353" y="5076287"/>
            <a:ext cx="3568837" cy="789658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algn="ctr">
              <a:spcBef>
                <a:spcPts val="0"/>
              </a:spcBef>
              <a:defRPr sz="1400"/>
            </a:lvl2pPr>
            <a:lvl3pPr algn="ctr">
              <a:spcBef>
                <a:spcPts val="0"/>
              </a:spcBef>
              <a:defRPr sz="1400"/>
            </a:lvl3pPr>
            <a:lvl4pPr algn="ctr">
              <a:spcBef>
                <a:spcPts val="0"/>
              </a:spcBef>
              <a:defRPr sz="1400"/>
            </a:lvl4pPr>
            <a:lvl5pPr algn="ctr">
              <a:spcBef>
                <a:spcPts val="0"/>
              </a:spcBef>
              <a:defRPr sz="1400"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3077065C-2494-1885-831E-3BA6D45D1B23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1174751" y="6400800"/>
            <a:ext cx="2743200" cy="266700"/>
          </a:xfrm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altLang="zh-CN" dirty="0"/>
              <a:t>03/12/2025</a:t>
            </a:r>
            <a:fld id="{FD138C57-8E3B-4697-92F8-0ED9B71F7E17}" type="datetime1">
              <a:rPr lang="en-US" smtClean="0"/>
              <a:pPr/>
              <a:t>4/15/2026</a:t>
            </a:fld>
            <a:endParaRPr 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F3BA8BAB-E3F7-7F34-F87D-AA46C5710F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CE3977F9-FC55-44B0-53B8-ADB4C12EC7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Freeform: Shape 16">
            <a:extLst>
              <a:ext uri="{FF2B5EF4-FFF2-40B4-BE49-F238E27FC236}">
                <a16:creationId xmlns:a16="http://schemas.microsoft.com/office/drawing/2014/main" id="{9495CF4B-5A18-C9CB-401F-E668B73D1D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86467" y="0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5" name="Freeform: Shape 17">
            <a:extLst>
              <a:ext uri="{FF2B5EF4-FFF2-40B4-BE49-F238E27FC236}">
                <a16:creationId xmlns:a16="http://schemas.microsoft.com/office/drawing/2014/main" id="{A3A58E7B-24DB-5995-5E8D-E19B88CD12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764589" y="0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6" name="Freeform: Shape 19">
            <a:extLst>
              <a:ext uri="{FF2B5EF4-FFF2-40B4-BE49-F238E27FC236}">
                <a16:creationId xmlns:a16="http://schemas.microsoft.com/office/drawing/2014/main" id="{7AEF2BAC-C579-9EFD-2089-8AAF5C6A93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0" y="6003177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7" name="Freeform: Shape 18">
            <a:extLst>
              <a:ext uri="{FF2B5EF4-FFF2-40B4-BE49-F238E27FC236}">
                <a16:creationId xmlns:a16="http://schemas.microsoft.com/office/drawing/2014/main" id="{5D70562F-DEEF-5606-F5E8-63AEA8B627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478123" y="6003177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45060407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4-item List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4000" y="886783"/>
            <a:ext cx="10504000" cy="1132258"/>
          </a:xfrm>
        </p:spPr>
        <p:txBody>
          <a:bodyPr anchor="ctr">
            <a:noAutofit/>
          </a:bodyPr>
          <a:lstStyle>
            <a:lvl1pPr algn="ctr"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1" name="Picture Placeholder 30">
            <a:extLst>
              <a:ext uri="{FF2B5EF4-FFF2-40B4-BE49-F238E27FC236}">
                <a16:creationId xmlns:a16="http://schemas.microsoft.com/office/drawing/2014/main" id="{1E932CF8-809C-FD53-EC2F-3F8B262C9E10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1628775" y="2362200"/>
            <a:ext cx="1122363" cy="1482577"/>
          </a:xfrm>
        </p:spPr>
        <p:txBody>
          <a:bodyPr/>
          <a:lstStyle/>
          <a:p>
            <a:endParaRPr lang="en-GB"/>
          </a:p>
        </p:txBody>
      </p:sp>
      <p:sp>
        <p:nvSpPr>
          <p:cNvPr id="35" name="Text Placeholder 35">
            <a:extLst>
              <a:ext uri="{FF2B5EF4-FFF2-40B4-BE49-F238E27FC236}">
                <a16:creationId xmlns:a16="http://schemas.microsoft.com/office/drawing/2014/main" id="{C5471E28-499C-13C5-B42B-B8FC431D7331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2930248" y="2355585"/>
            <a:ext cx="2683398" cy="609600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aseline="0">
                <a:latin typeface="+mj-lt"/>
                <a:ea typeface="+mj-ea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2pPr>
            <a:lvl3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3pPr>
            <a:lvl4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4pPr>
            <a:lvl5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6" name="Text Placeholder 35">
            <a:extLst>
              <a:ext uri="{FF2B5EF4-FFF2-40B4-BE49-F238E27FC236}">
                <a16:creationId xmlns:a16="http://schemas.microsoft.com/office/drawing/2014/main" id="{0A5EC27E-AE02-883E-31F5-32208B9F14C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2930248" y="3099711"/>
            <a:ext cx="2683398" cy="789658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spcBef>
                <a:spcPts val="0"/>
              </a:spcBef>
              <a:defRPr sz="1400"/>
            </a:lvl2pPr>
            <a:lvl3pPr>
              <a:spcBef>
                <a:spcPts val="0"/>
              </a:spcBef>
              <a:defRPr sz="1400"/>
            </a:lvl3pPr>
            <a:lvl4pPr>
              <a:spcBef>
                <a:spcPts val="0"/>
              </a:spcBef>
              <a:defRPr sz="1400"/>
            </a:lvl4pPr>
            <a:lvl5pPr>
              <a:spcBef>
                <a:spcPts val="0"/>
              </a:spcBef>
              <a:defRPr sz="1400"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3" name="Picture Placeholder 30">
            <a:extLst>
              <a:ext uri="{FF2B5EF4-FFF2-40B4-BE49-F238E27FC236}">
                <a16:creationId xmlns:a16="http://schemas.microsoft.com/office/drawing/2014/main" id="{5771AF9B-91C5-4FCF-3268-BEF15CB2C657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6578356" y="2362200"/>
            <a:ext cx="1122363" cy="1482577"/>
          </a:xfrm>
        </p:spPr>
        <p:txBody>
          <a:bodyPr/>
          <a:lstStyle/>
          <a:p>
            <a:endParaRPr lang="en-GB"/>
          </a:p>
        </p:txBody>
      </p:sp>
      <p:sp>
        <p:nvSpPr>
          <p:cNvPr id="37" name="Text Placeholder 35">
            <a:extLst>
              <a:ext uri="{FF2B5EF4-FFF2-40B4-BE49-F238E27FC236}">
                <a16:creationId xmlns:a16="http://schemas.microsoft.com/office/drawing/2014/main" id="{16CD61A4-9D01-CB18-B80D-F0D20394AF22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7876966" y="2355585"/>
            <a:ext cx="2683398" cy="609600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aseline="0">
                <a:latin typeface="+mj-lt"/>
                <a:ea typeface="+mj-ea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2pPr>
            <a:lvl3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3pPr>
            <a:lvl4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4pPr>
            <a:lvl5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8" name="Text Placeholder 35">
            <a:extLst>
              <a:ext uri="{FF2B5EF4-FFF2-40B4-BE49-F238E27FC236}">
                <a16:creationId xmlns:a16="http://schemas.microsoft.com/office/drawing/2014/main" id="{EA936668-A06C-15E6-9A5A-A170E3C8A6D7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7876966" y="3099711"/>
            <a:ext cx="2683398" cy="789658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spcBef>
                <a:spcPts val="0"/>
              </a:spcBef>
              <a:defRPr sz="1400"/>
            </a:lvl2pPr>
            <a:lvl3pPr>
              <a:spcBef>
                <a:spcPts val="0"/>
              </a:spcBef>
              <a:defRPr sz="1400"/>
            </a:lvl3pPr>
            <a:lvl4pPr>
              <a:spcBef>
                <a:spcPts val="0"/>
              </a:spcBef>
              <a:defRPr sz="1400"/>
            </a:lvl4pPr>
            <a:lvl5pPr>
              <a:spcBef>
                <a:spcPts val="0"/>
              </a:spcBef>
              <a:defRPr sz="1400"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2" name="Picture Placeholder 30">
            <a:extLst>
              <a:ext uri="{FF2B5EF4-FFF2-40B4-BE49-F238E27FC236}">
                <a16:creationId xmlns:a16="http://schemas.microsoft.com/office/drawing/2014/main" id="{66E6D2AA-72F5-D5EB-9F7A-61EFDB86790E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1628775" y="4307775"/>
            <a:ext cx="1122363" cy="1482577"/>
          </a:xfrm>
        </p:spPr>
        <p:txBody>
          <a:bodyPr/>
          <a:lstStyle/>
          <a:p>
            <a:endParaRPr lang="en-GB"/>
          </a:p>
        </p:txBody>
      </p:sp>
      <p:sp>
        <p:nvSpPr>
          <p:cNvPr id="39" name="Text Placeholder 35">
            <a:extLst>
              <a:ext uri="{FF2B5EF4-FFF2-40B4-BE49-F238E27FC236}">
                <a16:creationId xmlns:a16="http://schemas.microsoft.com/office/drawing/2014/main" id="{06D78574-9004-D5A4-06C4-6DE8A9BCBC0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2930248" y="4280325"/>
            <a:ext cx="2683398" cy="609600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aseline="0">
                <a:latin typeface="+mj-lt"/>
                <a:ea typeface="+mj-ea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2pPr>
            <a:lvl3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3pPr>
            <a:lvl4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4pPr>
            <a:lvl5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0" name="Text Placeholder 35">
            <a:extLst>
              <a:ext uri="{FF2B5EF4-FFF2-40B4-BE49-F238E27FC236}">
                <a16:creationId xmlns:a16="http://schemas.microsoft.com/office/drawing/2014/main" id="{9A4992FB-C1F4-515B-6938-346345DE2B80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930248" y="5024451"/>
            <a:ext cx="2683398" cy="789658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spcBef>
                <a:spcPts val="0"/>
              </a:spcBef>
              <a:defRPr sz="1400"/>
            </a:lvl2pPr>
            <a:lvl3pPr>
              <a:spcBef>
                <a:spcPts val="0"/>
              </a:spcBef>
              <a:defRPr sz="1400"/>
            </a:lvl3pPr>
            <a:lvl4pPr>
              <a:spcBef>
                <a:spcPts val="0"/>
              </a:spcBef>
              <a:defRPr sz="1400"/>
            </a:lvl4pPr>
            <a:lvl5pPr>
              <a:spcBef>
                <a:spcPts val="0"/>
              </a:spcBef>
              <a:defRPr sz="1400"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4" name="Picture Placeholder 30">
            <a:extLst>
              <a:ext uri="{FF2B5EF4-FFF2-40B4-BE49-F238E27FC236}">
                <a16:creationId xmlns:a16="http://schemas.microsoft.com/office/drawing/2014/main" id="{D7A8246B-3515-AD53-2508-3FC029202DA0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6578356" y="4307775"/>
            <a:ext cx="1122363" cy="1482577"/>
          </a:xfrm>
        </p:spPr>
        <p:txBody>
          <a:bodyPr/>
          <a:lstStyle/>
          <a:p>
            <a:endParaRPr lang="en-GB"/>
          </a:p>
        </p:txBody>
      </p:sp>
      <p:sp>
        <p:nvSpPr>
          <p:cNvPr id="41" name="Text Placeholder 35">
            <a:extLst>
              <a:ext uri="{FF2B5EF4-FFF2-40B4-BE49-F238E27FC236}">
                <a16:creationId xmlns:a16="http://schemas.microsoft.com/office/drawing/2014/main" id="{1FFCB778-56FA-17FD-49C7-D7F1BDD26C1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7876966" y="4280325"/>
            <a:ext cx="2683398" cy="609600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aseline="0">
                <a:latin typeface="+mj-lt"/>
                <a:ea typeface="+mj-ea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2pPr>
            <a:lvl3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3pPr>
            <a:lvl4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4pPr>
            <a:lvl5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2" name="Text Placeholder 35">
            <a:extLst>
              <a:ext uri="{FF2B5EF4-FFF2-40B4-BE49-F238E27FC236}">
                <a16:creationId xmlns:a16="http://schemas.microsoft.com/office/drawing/2014/main" id="{7AAE6DE1-1F3D-F4AB-184E-8A3A4CEDCDC1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7876966" y="5024451"/>
            <a:ext cx="2683398" cy="789658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spcBef>
                <a:spcPts val="0"/>
              </a:spcBef>
              <a:defRPr sz="1400"/>
            </a:lvl2pPr>
            <a:lvl3pPr>
              <a:spcBef>
                <a:spcPts val="0"/>
              </a:spcBef>
              <a:defRPr sz="1400"/>
            </a:lvl3pPr>
            <a:lvl4pPr>
              <a:spcBef>
                <a:spcPts val="0"/>
              </a:spcBef>
              <a:defRPr sz="1400"/>
            </a:lvl4pPr>
            <a:lvl5pPr>
              <a:spcBef>
                <a:spcPts val="0"/>
              </a:spcBef>
              <a:defRPr sz="1400"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AF563E81-A6F0-648D-DCF7-BFF1870E7555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1174751" y="6400800"/>
            <a:ext cx="2743200" cy="266700"/>
          </a:xfrm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altLang="zh-CN" dirty="0"/>
              <a:t>03/12/2025</a:t>
            </a:r>
            <a:fld id="{FD138C57-8E3B-4697-92F8-0ED9B71F7E17}" type="datetime1">
              <a:rPr lang="en-US" smtClean="0"/>
              <a:pPr/>
              <a:t>4/15/2026</a:t>
            </a:fld>
            <a:endParaRPr 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F3BA8BAB-E3F7-7F34-F87D-AA46C5710F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CE3977F9-FC55-44B0-53B8-ADB4C12EC7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Freeform: Shape 59">
            <a:extLst>
              <a:ext uri="{FF2B5EF4-FFF2-40B4-BE49-F238E27FC236}">
                <a16:creationId xmlns:a16="http://schemas.microsoft.com/office/drawing/2014/main" id="{EB1495DF-573A-3AAB-5854-8A09491BAA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10886461" y="0"/>
            <a:ext cx="652769" cy="654548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1" name="Rectangle 9">
            <a:extLst>
              <a:ext uri="{FF2B5EF4-FFF2-40B4-BE49-F238E27FC236}">
                <a16:creationId xmlns:a16="http://schemas.microsoft.com/office/drawing/2014/main" id="{BD49C3F5-81F6-6E72-50FF-8F3AEFA131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V="1">
            <a:off x="11538341" y="890"/>
            <a:ext cx="654549" cy="65276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2EEEEF2-460E-B70B-6230-10A7994EF0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H="1">
            <a:off x="-889" y="6204342"/>
            <a:ext cx="654546" cy="65276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Freeform: Shape 59">
            <a:extLst>
              <a:ext uri="{FF2B5EF4-FFF2-40B4-BE49-F238E27FC236}">
                <a16:creationId xmlns:a16="http://schemas.microsoft.com/office/drawing/2014/main" id="{C4E3626D-71B6-6652-8FE1-40921DF056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652769" y="6203452"/>
            <a:ext cx="652769" cy="654548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22022075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4-item Lists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4000" y="886783"/>
            <a:ext cx="10504000" cy="1132258"/>
          </a:xfrm>
        </p:spPr>
        <p:txBody>
          <a:bodyPr anchor="ctr">
            <a:noAutofit/>
          </a:bodyPr>
          <a:lstStyle>
            <a:lvl1pPr algn="l">
              <a:defRPr sz="360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5EE5EE63-A6DA-348D-8495-E51900A59A5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39788" y="2366167"/>
            <a:ext cx="3255962" cy="3604422"/>
          </a:xfrm>
        </p:spPr>
        <p:txBody>
          <a:bodyPr/>
          <a:lstStyle/>
          <a:p>
            <a:endParaRPr lang="en-GB"/>
          </a:p>
        </p:txBody>
      </p:sp>
      <p:sp>
        <p:nvSpPr>
          <p:cNvPr id="36" name="Text Placeholder 35">
            <a:extLst>
              <a:ext uri="{FF2B5EF4-FFF2-40B4-BE49-F238E27FC236}">
                <a16:creationId xmlns:a16="http://schemas.microsoft.com/office/drawing/2014/main" id="{94087FA0-09BB-9F62-C383-36B2C6623B9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634844" y="2146300"/>
            <a:ext cx="3102631" cy="609600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aseline="0">
                <a:latin typeface="+mj-lt"/>
                <a:ea typeface="+mj-ea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2pPr>
            <a:lvl3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3pPr>
            <a:lvl4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4pPr>
            <a:lvl5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7" name="Text Placeholder 35">
            <a:extLst>
              <a:ext uri="{FF2B5EF4-FFF2-40B4-BE49-F238E27FC236}">
                <a16:creationId xmlns:a16="http://schemas.microsoft.com/office/drawing/2014/main" id="{1156A739-AA76-7366-9AE0-D20D44A62F1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4634844" y="2890426"/>
            <a:ext cx="3102631" cy="1021836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spcBef>
                <a:spcPts val="0"/>
              </a:spcBef>
              <a:defRPr sz="1400"/>
            </a:lvl2pPr>
            <a:lvl3pPr>
              <a:spcBef>
                <a:spcPts val="0"/>
              </a:spcBef>
              <a:defRPr sz="1400"/>
            </a:lvl3pPr>
            <a:lvl4pPr>
              <a:spcBef>
                <a:spcPts val="0"/>
              </a:spcBef>
              <a:defRPr sz="1400"/>
            </a:lvl4pPr>
            <a:lvl5pPr>
              <a:spcBef>
                <a:spcPts val="0"/>
              </a:spcBef>
              <a:defRPr sz="1400"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8" name="Text Placeholder 35">
            <a:extLst>
              <a:ext uri="{FF2B5EF4-FFF2-40B4-BE49-F238E27FC236}">
                <a16:creationId xmlns:a16="http://schemas.microsoft.com/office/drawing/2014/main" id="{57BB261E-3856-D4EB-E49A-A805AA8CA02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235143" y="2146300"/>
            <a:ext cx="3102631" cy="609600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aseline="0">
                <a:latin typeface="+mj-lt"/>
                <a:ea typeface="+mj-ea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2pPr>
            <a:lvl3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3pPr>
            <a:lvl4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4pPr>
            <a:lvl5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9" name="Text Placeholder 35">
            <a:extLst>
              <a:ext uri="{FF2B5EF4-FFF2-40B4-BE49-F238E27FC236}">
                <a16:creationId xmlns:a16="http://schemas.microsoft.com/office/drawing/2014/main" id="{14EE8DBC-744D-FDE5-F388-611D6C0C160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235143" y="2890426"/>
            <a:ext cx="3102631" cy="1021836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spcBef>
                <a:spcPts val="0"/>
              </a:spcBef>
              <a:defRPr sz="1400"/>
            </a:lvl2pPr>
            <a:lvl3pPr>
              <a:spcBef>
                <a:spcPts val="0"/>
              </a:spcBef>
              <a:defRPr sz="1400"/>
            </a:lvl3pPr>
            <a:lvl4pPr>
              <a:spcBef>
                <a:spcPts val="0"/>
              </a:spcBef>
              <a:defRPr sz="1400"/>
            </a:lvl4pPr>
            <a:lvl5pPr>
              <a:spcBef>
                <a:spcPts val="0"/>
              </a:spcBef>
              <a:defRPr sz="1400"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0" name="Text Placeholder 35">
            <a:extLst>
              <a:ext uri="{FF2B5EF4-FFF2-40B4-BE49-F238E27FC236}">
                <a16:creationId xmlns:a16="http://schemas.microsoft.com/office/drawing/2014/main" id="{29E55623-928E-5F9E-2EBB-9C1009DA215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4634844" y="4195512"/>
            <a:ext cx="3102631" cy="609600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aseline="0">
                <a:latin typeface="+mj-lt"/>
                <a:ea typeface="+mj-ea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2pPr>
            <a:lvl3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3pPr>
            <a:lvl4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4pPr>
            <a:lvl5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1" name="Text Placeholder 35">
            <a:extLst>
              <a:ext uri="{FF2B5EF4-FFF2-40B4-BE49-F238E27FC236}">
                <a16:creationId xmlns:a16="http://schemas.microsoft.com/office/drawing/2014/main" id="{E7542672-472E-0E16-8066-DFA62799082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4634844" y="4939638"/>
            <a:ext cx="3102631" cy="1021836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spcBef>
                <a:spcPts val="0"/>
              </a:spcBef>
              <a:defRPr sz="1400"/>
            </a:lvl2pPr>
            <a:lvl3pPr>
              <a:spcBef>
                <a:spcPts val="0"/>
              </a:spcBef>
              <a:defRPr sz="1400"/>
            </a:lvl3pPr>
            <a:lvl4pPr>
              <a:spcBef>
                <a:spcPts val="0"/>
              </a:spcBef>
              <a:defRPr sz="1400"/>
            </a:lvl4pPr>
            <a:lvl5pPr>
              <a:spcBef>
                <a:spcPts val="0"/>
              </a:spcBef>
              <a:defRPr sz="1400"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2" name="Text Placeholder 35">
            <a:extLst>
              <a:ext uri="{FF2B5EF4-FFF2-40B4-BE49-F238E27FC236}">
                <a16:creationId xmlns:a16="http://schemas.microsoft.com/office/drawing/2014/main" id="{8D6428D0-36EF-16D7-741F-B91DFF9CC9A5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235143" y="4195512"/>
            <a:ext cx="3102631" cy="609600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aseline="0">
                <a:latin typeface="+mj-lt"/>
                <a:ea typeface="+mj-ea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2pPr>
            <a:lvl3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3pPr>
            <a:lvl4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4pPr>
            <a:lvl5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3" name="Text Placeholder 35">
            <a:extLst>
              <a:ext uri="{FF2B5EF4-FFF2-40B4-BE49-F238E27FC236}">
                <a16:creationId xmlns:a16="http://schemas.microsoft.com/office/drawing/2014/main" id="{0BCE5C17-683A-5D3B-ECCE-2C25D14F893D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235143" y="4939638"/>
            <a:ext cx="3102631" cy="1021836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spcBef>
                <a:spcPts val="0"/>
              </a:spcBef>
              <a:defRPr sz="1400"/>
            </a:lvl2pPr>
            <a:lvl3pPr>
              <a:spcBef>
                <a:spcPts val="0"/>
              </a:spcBef>
              <a:defRPr sz="1400"/>
            </a:lvl3pPr>
            <a:lvl4pPr>
              <a:spcBef>
                <a:spcPts val="0"/>
              </a:spcBef>
              <a:defRPr sz="1400"/>
            </a:lvl4pPr>
            <a:lvl5pPr>
              <a:spcBef>
                <a:spcPts val="0"/>
              </a:spcBef>
              <a:defRPr sz="1400"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AF234816-4552-682C-7011-792489AA8518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1174751" y="6400800"/>
            <a:ext cx="2743200" cy="266700"/>
          </a:xfrm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altLang="zh-CN" dirty="0"/>
              <a:t>03/12/2025</a:t>
            </a:r>
            <a:fld id="{FD138C57-8E3B-4697-92F8-0ED9B71F7E17}" type="datetime1">
              <a:rPr lang="en-US" smtClean="0"/>
              <a:pPr/>
              <a:t>4/15/2026</a:t>
            </a:fld>
            <a:endParaRPr 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F3BA8BAB-E3F7-7F34-F87D-AA46C5710F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CE3977F9-FC55-44B0-53B8-ADB4C12EC7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Freeform: Shape 59">
            <a:extLst>
              <a:ext uri="{FF2B5EF4-FFF2-40B4-BE49-F238E27FC236}">
                <a16:creationId xmlns:a16="http://schemas.microsoft.com/office/drawing/2014/main" id="{516C1398-A7AF-C02F-934D-C37C5E987D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10886461" y="0"/>
            <a:ext cx="652769" cy="654548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7" name="Rectangle 9">
            <a:extLst>
              <a:ext uri="{FF2B5EF4-FFF2-40B4-BE49-F238E27FC236}">
                <a16:creationId xmlns:a16="http://schemas.microsoft.com/office/drawing/2014/main" id="{9B38EA50-6705-E42C-3897-B0D76FAA8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V="1">
            <a:off x="11538341" y="890"/>
            <a:ext cx="654549" cy="65276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3BF1543-7A6B-249C-1650-3EFEB63C1E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H="1">
            <a:off x="-889" y="6204342"/>
            <a:ext cx="654546" cy="65276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Freeform: Shape 59">
            <a:extLst>
              <a:ext uri="{FF2B5EF4-FFF2-40B4-BE49-F238E27FC236}">
                <a16:creationId xmlns:a16="http://schemas.microsoft.com/office/drawing/2014/main" id="{BBAD9B21-7393-1499-E59D-EA109D80C8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652769" y="6203452"/>
            <a:ext cx="652769" cy="654548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01247574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4-item Lists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6">
            <a:extLst>
              <a:ext uri="{FF2B5EF4-FFF2-40B4-BE49-F238E27FC236}">
                <a16:creationId xmlns:a16="http://schemas.microsoft.com/office/drawing/2014/main" id="{CC5A7648-D01A-875E-E9BB-ED5949D478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766930" y="5779705"/>
            <a:ext cx="311361" cy="184523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4000" y="886783"/>
            <a:ext cx="10504000" cy="1132258"/>
          </a:xfrm>
        </p:spPr>
        <p:txBody>
          <a:bodyPr anchor="ctr">
            <a:noAutofit/>
          </a:bodyPr>
          <a:lstStyle>
            <a:lvl1pPr algn="l">
              <a:defRPr sz="360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35EC3073-FA99-7015-CBD2-0E3B9CE430CA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841988" y="2331669"/>
            <a:ext cx="2302850" cy="1255082"/>
          </a:xfrm>
        </p:spPr>
        <p:txBody>
          <a:bodyPr/>
          <a:lstStyle/>
          <a:p>
            <a:endParaRPr lang="en-GB"/>
          </a:p>
        </p:txBody>
      </p:sp>
      <p:sp>
        <p:nvSpPr>
          <p:cNvPr id="19" name="Text Placeholder 35">
            <a:extLst>
              <a:ext uri="{FF2B5EF4-FFF2-40B4-BE49-F238E27FC236}">
                <a16:creationId xmlns:a16="http://schemas.microsoft.com/office/drawing/2014/main" id="{C879862E-201F-4356-6D65-28E89DB6F11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41989" y="3665225"/>
            <a:ext cx="2302536" cy="735130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aseline="0">
                <a:latin typeface="+mj-lt"/>
                <a:ea typeface="+mj-ea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2pPr>
            <a:lvl3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3pPr>
            <a:lvl4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4pPr>
            <a:lvl5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2" name="Text Placeholder 35">
            <a:extLst>
              <a:ext uri="{FF2B5EF4-FFF2-40B4-BE49-F238E27FC236}">
                <a16:creationId xmlns:a16="http://schemas.microsoft.com/office/drawing/2014/main" id="{A15D05C0-B891-85E5-35C5-24FBD31E326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41989" y="4534881"/>
            <a:ext cx="2302536" cy="1511658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spcBef>
                <a:spcPts val="0"/>
              </a:spcBef>
              <a:defRPr sz="1400"/>
            </a:lvl2pPr>
            <a:lvl3pPr>
              <a:spcBef>
                <a:spcPts val="0"/>
              </a:spcBef>
              <a:defRPr sz="1400"/>
            </a:lvl3pPr>
            <a:lvl4pPr>
              <a:spcBef>
                <a:spcPts val="0"/>
              </a:spcBef>
              <a:defRPr sz="1400"/>
            </a:lvl4pPr>
            <a:lvl5pPr>
              <a:spcBef>
                <a:spcPts val="0"/>
              </a:spcBef>
              <a:defRPr sz="1400"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5" name="Picture Placeholder 29">
            <a:extLst>
              <a:ext uri="{FF2B5EF4-FFF2-40B4-BE49-F238E27FC236}">
                <a16:creationId xmlns:a16="http://schemas.microsoft.com/office/drawing/2014/main" id="{B9CDE245-8A43-C7AE-733E-51362998210E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3552179" y="2331669"/>
            <a:ext cx="2302850" cy="1255082"/>
          </a:xfrm>
        </p:spPr>
        <p:txBody>
          <a:bodyPr/>
          <a:lstStyle/>
          <a:p>
            <a:endParaRPr lang="en-GB"/>
          </a:p>
        </p:txBody>
      </p:sp>
      <p:sp>
        <p:nvSpPr>
          <p:cNvPr id="23" name="Text Placeholder 35">
            <a:extLst>
              <a:ext uri="{FF2B5EF4-FFF2-40B4-BE49-F238E27FC236}">
                <a16:creationId xmlns:a16="http://schemas.microsoft.com/office/drawing/2014/main" id="{6741BED5-DD9B-DA08-B276-4A6A9619A77F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3552493" y="3665225"/>
            <a:ext cx="2302536" cy="735130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aseline="0">
                <a:latin typeface="+mj-lt"/>
                <a:ea typeface="+mj-ea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2pPr>
            <a:lvl3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3pPr>
            <a:lvl4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4pPr>
            <a:lvl5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4" name="Text Placeholder 35">
            <a:extLst>
              <a:ext uri="{FF2B5EF4-FFF2-40B4-BE49-F238E27FC236}">
                <a16:creationId xmlns:a16="http://schemas.microsoft.com/office/drawing/2014/main" id="{4211193A-897F-A0CB-98F7-FD02B1E032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3552493" y="4534881"/>
            <a:ext cx="2302536" cy="1511658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spcBef>
                <a:spcPts val="0"/>
              </a:spcBef>
              <a:defRPr sz="1400"/>
            </a:lvl2pPr>
            <a:lvl3pPr>
              <a:spcBef>
                <a:spcPts val="0"/>
              </a:spcBef>
              <a:defRPr sz="1400"/>
            </a:lvl3pPr>
            <a:lvl4pPr>
              <a:spcBef>
                <a:spcPts val="0"/>
              </a:spcBef>
              <a:defRPr sz="1400"/>
            </a:lvl4pPr>
            <a:lvl5pPr>
              <a:spcBef>
                <a:spcPts val="0"/>
              </a:spcBef>
              <a:defRPr sz="1400"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4" name="Picture Placeholder 29">
            <a:extLst>
              <a:ext uri="{FF2B5EF4-FFF2-40B4-BE49-F238E27FC236}">
                <a16:creationId xmlns:a16="http://schemas.microsoft.com/office/drawing/2014/main" id="{6776899D-7EB0-41AC-9AF4-FE101D6C9E83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6284660" y="2331669"/>
            <a:ext cx="2302850" cy="1255082"/>
          </a:xfrm>
        </p:spPr>
        <p:txBody>
          <a:bodyPr/>
          <a:lstStyle/>
          <a:p>
            <a:endParaRPr lang="en-GB"/>
          </a:p>
        </p:txBody>
      </p:sp>
      <p:sp>
        <p:nvSpPr>
          <p:cNvPr id="25" name="Text Placeholder 35">
            <a:extLst>
              <a:ext uri="{FF2B5EF4-FFF2-40B4-BE49-F238E27FC236}">
                <a16:creationId xmlns:a16="http://schemas.microsoft.com/office/drawing/2014/main" id="{1DED0997-D314-C6AE-A692-306403BBE62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284974" y="3665225"/>
            <a:ext cx="2302536" cy="735130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aseline="0">
                <a:latin typeface="+mj-lt"/>
                <a:ea typeface="+mj-ea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2pPr>
            <a:lvl3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3pPr>
            <a:lvl4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4pPr>
            <a:lvl5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6" name="Text Placeholder 35">
            <a:extLst>
              <a:ext uri="{FF2B5EF4-FFF2-40B4-BE49-F238E27FC236}">
                <a16:creationId xmlns:a16="http://schemas.microsoft.com/office/drawing/2014/main" id="{CB02C1DA-F7C6-2990-C630-24D0D3CA893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284974" y="4534881"/>
            <a:ext cx="2302536" cy="1511658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spcBef>
                <a:spcPts val="0"/>
              </a:spcBef>
              <a:defRPr sz="1400"/>
            </a:lvl2pPr>
            <a:lvl3pPr>
              <a:spcBef>
                <a:spcPts val="0"/>
              </a:spcBef>
              <a:defRPr sz="1400"/>
            </a:lvl3pPr>
            <a:lvl4pPr>
              <a:spcBef>
                <a:spcPts val="0"/>
              </a:spcBef>
              <a:defRPr sz="1400"/>
            </a:lvl4pPr>
            <a:lvl5pPr>
              <a:spcBef>
                <a:spcPts val="0"/>
              </a:spcBef>
              <a:defRPr sz="1400"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3" name="Picture Placeholder 29">
            <a:extLst>
              <a:ext uri="{FF2B5EF4-FFF2-40B4-BE49-F238E27FC236}">
                <a16:creationId xmlns:a16="http://schemas.microsoft.com/office/drawing/2014/main" id="{F1FE3630-D074-6944-4F08-08363014CC1D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9045148" y="2331669"/>
            <a:ext cx="2302850" cy="1255082"/>
          </a:xfrm>
        </p:spPr>
        <p:txBody>
          <a:bodyPr/>
          <a:lstStyle/>
          <a:p>
            <a:endParaRPr lang="en-GB"/>
          </a:p>
        </p:txBody>
      </p:sp>
      <p:sp>
        <p:nvSpPr>
          <p:cNvPr id="27" name="Text Placeholder 35">
            <a:extLst>
              <a:ext uri="{FF2B5EF4-FFF2-40B4-BE49-F238E27FC236}">
                <a16:creationId xmlns:a16="http://schemas.microsoft.com/office/drawing/2014/main" id="{2BD521B6-BD70-6519-3BCC-0441BC90998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9045462" y="3665225"/>
            <a:ext cx="2302536" cy="735130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aseline="0">
                <a:latin typeface="+mj-lt"/>
                <a:ea typeface="+mj-ea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2pPr>
            <a:lvl3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3pPr>
            <a:lvl4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4pPr>
            <a:lvl5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8" name="Text Placeholder 35">
            <a:extLst>
              <a:ext uri="{FF2B5EF4-FFF2-40B4-BE49-F238E27FC236}">
                <a16:creationId xmlns:a16="http://schemas.microsoft.com/office/drawing/2014/main" id="{B09D8CE1-C90E-B457-C2C5-5AE34D538BFD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045462" y="4534881"/>
            <a:ext cx="2302536" cy="1511658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spcBef>
                <a:spcPts val="0"/>
              </a:spcBef>
              <a:defRPr sz="1400"/>
            </a:lvl2pPr>
            <a:lvl3pPr>
              <a:spcBef>
                <a:spcPts val="0"/>
              </a:spcBef>
              <a:defRPr sz="1400"/>
            </a:lvl3pPr>
            <a:lvl4pPr>
              <a:spcBef>
                <a:spcPts val="0"/>
              </a:spcBef>
              <a:defRPr sz="1400"/>
            </a:lvl4pPr>
            <a:lvl5pPr>
              <a:spcBef>
                <a:spcPts val="0"/>
              </a:spcBef>
              <a:defRPr sz="1400"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D7AF960F-EA2C-059B-FD05-9627AA9B405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6400800"/>
            <a:ext cx="2743200" cy="266700"/>
          </a:xfrm>
        </p:spPr>
        <p:txBody>
          <a:bodyPr/>
          <a:lstStyle/>
          <a:p>
            <a:r>
              <a:rPr lang="en-US" altLang="zh-CN" dirty="0"/>
              <a:t>03/12/2025</a:t>
            </a:r>
            <a:fld id="{FD138C57-8E3B-4697-92F8-0ED9B71F7E17}" type="datetime1">
              <a:rPr lang="en-US" smtClean="0"/>
              <a:t>4/15/2026</a:t>
            </a:fld>
            <a:endParaRPr 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F3BA8BAB-E3F7-7F34-F87D-AA46C5710F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CE3977F9-FC55-44B0-53B8-ADB4C12EC7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0" name="Rectangle 8">
            <a:extLst>
              <a:ext uri="{FF2B5EF4-FFF2-40B4-BE49-F238E27FC236}">
                <a16:creationId xmlns:a16="http://schemas.microsoft.com/office/drawing/2014/main" id="{41B0960E-E397-9136-EE2E-F2595BA18E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H="1">
            <a:off x="10715814" y="-681672"/>
            <a:ext cx="311360" cy="167470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Rectangle 9">
            <a:extLst>
              <a:ext uri="{FF2B5EF4-FFF2-40B4-BE49-F238E27FC236}">
                <a16:creationId xmlns:a16="http://schemas.microsoft.com/office/drawing/2014/main" id="{89DDA4E8-D382-3D12-576D-43FB555E0E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H="1">
            <a:off x="11795962" y="-84996"/>
            <a:ext cx="311359" cy="481353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75769563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4A53CF-A657-E995-A3A7-271D67F33E9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6400800"/>
            <a:ext cx="2743200" cy="266700"/>
          </a:xfrm>
        </p:spPr>
        <p:txBody>
          <a:bodyPr/>
          <a:lstStyle/>
          <a:p>
            <a:r>
              <a:rPr lang="en-US" altLang="zh-CN" dirty="0"/>
              <a:t>03/12/2025</a:t>
            </a:r>
            <a:fld id="{FD138C57-8E3B-4697-92F8-0ED9B71F7E17}" type="datetime1">
              <a:rPr lang="en-US" smtClean="0"/>
              <a:t>4/15/2026</a:t>
            </a:fld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85E39344-307B-8BD6-D5B8-D1E1F15507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5F632A0F-F12A-0DEF-B91F-C360E126DB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5419392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4000" y="831919"/>
            <a:ext cx="3595634" cy="1757505"/>
          </a:xfrm>
        </p:spPr>
        <p:txBody>
          <a:bodyPr anchor="t">
            <a:no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844000" y="2724912"/>
            <a:ext cx="3595634" cy="3301168"/>
          </a:xfrm>
        </p:spPr>
        <p:txBody>
          <a:bodyPr anchor="t"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907742" y="831919"/>
            <a:ext cx="6440258" cy="5194161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DB9FEA63-1DA3-3F9F-C50E-7AC4477F2215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1174751" y="6400800"/>
            <a:ext cx="2743200" cy="266700"/>
          </a:xfrm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altLang="zh-CN" dirty="0"/>
              <a:t>03/12/2025</a:t>
            </a:r>
            <a:fld id="{FD138C57-8E3B-4697-92F8-0ED9B71F7E17}" type="datetime1">
              <a:rPr lang="en-US" smtClean="0"/>
              <a:pPr/>
              <a:t>4/15/2026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DBD582E8-8B0D-6439-7715-18DB015735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665968CD-929F-6D74-C903-1AA5B15388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Freeform: Shape 59">
            <a:extLst>
              <a:ext uri="{FF2B5EF4-FFF2-40B4-BE49-F238E27FC236}">
                <a16:creationId xmlns:a16="http://schemas.microsoft.com/office/drawing/2014/main" id="{0322356F-D701-4C42-BB8B-523069A775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10886461" y="0"/>
            <a:ext cx="652769" cy="654548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9" name="Rectangle 9">
            <a:extLst>
              <a:ext uri="{FF2B5EF4-FFF2-40B4-BE49-F238E27FC236}">
                <a16:creationId xmlns:a16="http://schemas.microsoft.com/office/drawing/2014/main" id="{2E841F2B-D332-09D0-EBCB-48E8FBC6D3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V="1">
            <a:off x="11538341" y="890"/>
            <a:ext cx="654549" cy="65276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Rectangle 11">
            <a:extLst>
              <a:ext uri="{FF2B5EF4-FFF2-40B4-BE49-F238E27FC236}">
                <a16:creationId xmlns:a16="http://schemas.microsoft.com/office/drawing/2014/main" id="{5024EB45-DF26-BF12-BFEF-CA485F4D95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H="1">
            <a:off x="-889" y="6204342"/>
            <a:ext cx="654546" cy="65276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Freeform: Shape 59">
            <a:extLst>
              <a:ext uri="{FF2B5EF4-FFF2-40B4-BE49-F238E27FC236}">
                <a16:creationId xmlns:a16="http://schemas.microsoft.com/office/drawing/2014/main" id="{B1D17E64-4E73-BCCA-9364-C59A3D2260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652769" y="6203452"/>
            <a:ext cx="652769" cy="654548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48848947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4000" y="831919"/>
            <a:ext cx="3595634" cy="2212313"/>
          </a:xfrm>
        </p:spPr>
        <p:txBody>
          <a:bodyPr anchor="t">
            <a:no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849024" y="3260034"/>
            <a:ext cx="3585586" cy="2766045"/>
          </a:xfrm>
        </p:spPr>
        <p:txBody>
          <a:bodyPr anchor="b"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063319" y="831919"/>
            <a:ext cx="6284681" cy="5194161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BDADB269-BBE0-1959-FE0B-2D6A08AE1A05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1174751" y="6400800"/>
            <a:ext cx="2743200" cy="266700"/>
          </a:xfrm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altLang="zh-CN" dirty="0"/>
              <a:t>03/12/2025</a:t>
            </a:r>
            <a:fld id="{FD138C57-8E3B-4697-92F8-0ED9B71F7E17}" type="datetime1">
              <a:rPr lang="en-US" smtClean="0"/>
              <a:pPr/>
              <a:t>4/15/2026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D88765A0-98CE-097F-70CA-A8CE88670F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004CCF01-6BD8-D0D5-B68F-BF0D0E1EC4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Freeform: Shape 16">
            <a:extLst>
              <a:ext uri="{FF2B5EF4-FFF2-40B4-BE49-F238E27FC236}">
                <a16:creationId xmlns:a16="http://schemas.microsoft.com/office/drawing/2014/main" id="{F978EDC5-9ECC-A0CA-79B2-E1099D0523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86467" y="0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9" name="Freeform: Shape 17">
            <a:extLst>
              <a:ext uri="{FF2B5EF4-FFF2-40B4-BE49-F238E27FC236}">
                <a16:creationId xmlns:a16="http://schemas.microsoft.com/office/drawing/2014/main" id="{5CC0BF8E-63A7-7E59-17B3-46BB432D55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764589" y="0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0" name="Freeform: Shape 19">
            <a:extLst>
              <a:ext uri="{FF2B5EF4-FFF2-40B4-BE49-F238E27FC236}">
                <a16:creationId xmlns:a16="http://schemas.microsoft.com/office/drawing/2014/main" id="{7C16A068-4B31-D509-6638-F057A8F5CF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0" y="6003177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1" name="Freeform: Shape 18">
            <a:extLst>
              <a:ext uri="{FF2B5EF4-FFF2-40B4-BE49-F238E27FC236}">
                <a16:creationId xmlns:a16="http://schemas.microsoft.com/office/drawing/2014/main" id="{ED2C66E4-77A5-559A-C4D6-22E169AE6F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478123" y="6003177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95250059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clusion"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7175" y="831919"/>
            <a:ext cx="7342307" cy="1791217"/>
          </a:xfrm>
        </p:spPr>
        <p:txBody>
          <a:bodyPr anchor="b">
            <a:noAutofit/>
          </a:bodyPr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60427" y="3280496"/>
            <a:ext cx="10504000" cy="27432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228600" indent="0">
              <a:buNone/>
              <a:defRPr sz="1200"/>
            </a:lvl2pPr>
            <a:lvl3pPr marL="457200" indent="0">
              <a:buNone/>
              <a:defRPr sz="1100"/>
            </a:lvl3pPr>
            <a:lvl4pPr marL="685800" indent="0">
              <a:buNone/>
              <a:defRPr sz="1050"/>
            </a:lvl4pPr>
            <a:lvl5pPr marL="914400" indent="0">
              <a:buNone/>
              <a:defRPr sz="105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49B4F649-ECC0-65D4-73EB-F610B1EEE476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1174751" y="6400800"/>
            <a:ext cx="2743200" cy="266700"/>
          </a:xfrm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altLang="zh-CN" dirty="0"/>
              <a:t>03/12/2025</a:t>
            </a:r>
            <a:fld id="{FD138C57-8E3B-4697-92F8-0ED9B71F7E17}" type="datetime1">
              <a:rPr lang="en-US" smtClean="0"/>
              <a:pPr/>
              <a:t>4/15/2026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4BAC71-4189-4AAE-3C30-91D3E76451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F335CC0F-60E4-5024-B6AB-D87255AB6A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Freeform: Shape 59">
            <a:extLst>
              <a:ext uri="{FF2B5EF4-FFF2-40B4-BE49-F238E27FC236}">
                <a16:creationId xmlns:a16="http://schemas.microsoft.com/office/drawing/2014/main" id="{EB1DE042-7AE4-75AA-1CFC-259030057C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10886461" y="0"/>
            <a:ext cx="652769" cy="654548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1" name="Rectangle 9">
            <a:extLst>
              <a:ext uri="{FF2B5EF4-FFF2-40B4-BE49-F238E27FC236}">
                <a16:creationId xmlns:a16="http://schemas.microsoft.com/office/drawing/2014/main" id="{AB955153-AC29-8EA8-DE1E-EF143A129F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V="1">
            <a:off x="11538341" y="890"/>
            <a:ext cx="654549" cy="65276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5CBF393-915A-6526-812F-61956DD2ED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H="1">
            <a:off x="-889" y="6204342"/>
            <a:ext cx="654546" cy="65276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Freeform: Shape 59">
            <a:extLst>
              <a:ext uri="{FF2B5EF4-FFF2-40B4-BE49-F238E27FC236}">
                <a16:creationId xmlns:a16="http://schemas.microsoft.com/office/drawing/2014/main" id="{36817505-F187-6307-3AA7-E870199259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652769" y="6203452"/>
            <a:ext cx="652769" cy="654548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8480003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clusion 2"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1627318"/>
            <a:ext cx="8430767" cy="1842020"/>
          </a:xfrm>
        </p:spPr>
        <p:txBody>
          <a:bodyPr anchor="b">
            <a:noAutofit/>
          </a:bodyPr>
          <a:lstStyle>
            <a:lvl1pPr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44128" y="3622674"/>
            <a:ext cx="8430639" cy="2150962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228600" indent="0">
              <a:buNone/>
              <a:defRPr sz="1200"/>
            </a:lvl2pPr>
            <a:lvl3pPr marL="457200" indent="0">
              <a:buNone/>
              <a:defRPr sz="1100"/>
            </a:lvl3pPr>
            <a:lvl4pPr marL="685800" indent="0">
              <a:buNone/>
              <a:defRPr sz="1050"/>
            </a:lvl4pPr>
            <a:lvl5pPr marL="914400" indent="0">
              <a:buNone/>
              <a:defRPr sz="1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4915D485-D4CB-65C5-C05B-8D3E535F6A4E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1174751" y="6400800"/>
            <a:ext cx="2743200" cy="266700"/>
          </a:xfrm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altLang="zh-CN" dirty="0"/>
              <a:t>03/12/2025</a:t>
            </a:r>
            <a:fld id="{FD138C57-8E3B-4697-92F8-0ED9B71F7E17}" type="datetime1">
              <a:rPr lang="en-US" smtClean="0"/>
              <a:pPr/>
              <a:t>4/15/2026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567240-62F7-D89C-BF3D-34806BC255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F9726FF9-AAAD-F331-EC9B-83CB551F1D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Freeform: Shape 16">
            <a:extLst>
              <a:ext uri="{FF2B5EF4-FFF2-40B4-BE49-F238E27FC236}">
                <a16:creationId xmlns:a16="http://schemas.microsoft.com/office/drawing/2014/main" id="{7C2CB355-42E5-6CAD-CDA4-04E8698C78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86467" y="0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8" name="Freeform: Shape 17">
            <a:extLst>
              <a:ext uri="{FF2B5EF4-FFF2-40B4-BE49-F238E27FC236}">
                <a16:creationId xmlns:a16="http://schemas.microsoft.com/office/drawing/2014/main" id="{7F51CA23-0DF4-94C6-A295-9A6ED5AA70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764589" y="0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9" name="Freeform: Shape 19">
            <a:extLst>
              <a:ext uri="{FF2B5EF4-FFF2-40B4-BE49-F238E27FC236}">
                <a16:creationId xmlns:a16="http://schemas.microsoft.com/office/drawing/2014/main" id="{78973DDC-FE45-271D-D333-1265C63DC4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0" y="6003177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0" name="Freeform: Shape 18">
            <a:extLst>
              <a:ext uri="{FF2B5EF4-FFF2-40B4-BE49-F238E27FC236}">
                <a16:creationId xmlns:a16="http://schemas.microsoft.com/office/drawing/2014/main" id="{98BB5E17-8DB4-2B6A-4A48-E57456A312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478123" y="6003177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9102238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Rectangle 23">
            <a:extLst>
              <a:ext uri="{FF2B5EF4-FFF2-40B4-BE49-F238E27FC236}">
                <a16:creationId xmlns:a16="http://schemas.microsoft.com/office/drawing/2014/main" id="{590E6AF1-4025-C539-6638-597177D00B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065818" y="6245509"/>
            <a:ext cx="5126179" cy="61249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2" name="Title 6">
            <a:extLst>
              <a:ext uri="{FF2B5EF4-FFF2-40B4-BE49-F238E27FC236}">
                <a16:creationId xmlns:a16="http://schemas.microsoft.com/office/drawing/2014/main" id="{25E8EC5E-EA9E-1F86-2E83-5D549960111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85864" y="1532081"/>
            <a:ext cx="5273221" cy="3793838"/>
          </a:xfrm>
        </p:spPr>
        <p:txBody>
          <a:bodyPr lIns="0" tIns="0" rIns="0" bIns="0" anchor="ctr">
            <a:noAutofit/>
          </a:bodyPr>
          <a:lstStyle>
            <a:lvl1pPr>
              <a:defRPr sz="540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Picture Placeholder 25" descr="A woman wearing a yellow sweater working at the office">
            <a:extLst>
              <a:ext uri="{FF2B5EF4-FFF2-40B4-BE49-F238E27FC236}">
                <a16:creationId xmlns:a16="http://schemas.microsoft.com/office/drawing/2014/main" id="{0F266249-25B1-EF53-33EB-FA594F7F68B4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7063457" y="1326812"/>
            <a:ext cx="3778434" cy="4924193"/>
          </a:xfrm>
          <a:noFill/>
        </p:spPr>
        <p:txBody>
          <a:bodyPr/>
          <a:lstStyle/>
          <a:p>
            <a:endParaRPr lang="zh-CN" altLang="en-US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021528A5-067A-BD49-2204-67FF006E8BB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6400800"/>
            <a:ext cx="2743200" cy="266700"/>
          </a:xfrm>
        </p:spPr>
        <p:txBody>
          <a:bodyPr/>
          <a:lstStyle/>
          <a:p>
            <a:r>
              <a:rPr lang="en-US" altLang="zh-CN" dirty="0"/>
              <a:t>03/12/2025</a:t>
            </a:r>
            <a:fld id="{FD138C57-8E3B-4697-92F8-0ED9B71F7E17}" type="datetime1">
              <a:rPr lang="en-US" smtClean="0"/>
              <a:t>4/15/2026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E67C389-E6A8-48B1-74CD-322C690F98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9D7705C1-E2D3-B1B7-C51C-44843980FF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Rectangle 9">
            <a:extLst>
              <a:ext uri="{FF2B5EF4-FFF2-40B4-BE49-F238E27FC236}">
                <a16:creationId xmlns:a16="http://schemas.microsoft.com/office/drawing/2014/main" id="{5917FF65-0254-002E-D43D-FF8B5E603B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103515" y="-103514"/>
            <a:ext cx="274322" cy="481353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13" name="Rectangle 8">
            <a:extLst>
              <a:ext uri="{FF2B5EF4-FFF2-40B4-BE49-F238E27FC236}">
                <a16:creationId xmlns:a16="http://schemas.microsoft.com/office/drawing/2014/main" id="{3D6108ED-5598-D9CD-3F7C-E35B4C8BBB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1183663" y="-700191"/>
            <a:ext cx="274322" cy="167470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Rectangle 6">
            <a:extLst>
              <a:ext uri="{FF2B5EF4-FFF2-40B4-BE49-F238E27FC236}">
                <a16:creationId xmlns:a16="http://schemas.microsoft.com/office/drawing/2014/main" id="{21EB73BE-3F32-B696-CCF3-3120CC026F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10833956" y="-2"/>
            <a:ext cx="1365980" cy="223201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24" name="Freeform: Shape 59">
            <a:extLst>
              <a:ext uri="{FF2B5EF4-FFF2-40B4-BE49-F238E27FC236}">
                <a16:creationId xmlns:a16="http://schemas.microsoft.com/office/drawing/2014/main" id="{A7A3C520-412F-3B3C-3DD2-BA1FA9970C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10841892" y="-3"/>
            <a:ext cx="1358044" cy="2232015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20" name="Rectangle 6">
            <a:extLst>
              <a:ext uri="{FF2B5EF4-FFF2-40B4-BE49-F238E27FC236}">
                <a16:creationId xmlns:a16="http://schemas.microsoft.com/office/drawing/2014/main" id="{99367659-61EC-44B3-A73E-47A6D3C10F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10833956" y="2232018"/>
            <a:ext cx="1358044" cy="1916648"/>
          </a:xfrm>
          <a:prstGeom prst="rect">
            <a:avLst/>
          </a:pr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6" name="Freeform: Shape 9">
            <a:extLst>
              <a:ext uri="{FF2B5EF4-FFF2-40B4-BE49-F238E27FC236}">
                <a16:creationId xmlns:a16="http://schemas.microsoft.com/office/drawing/2014/main" id="{14EDCCCA-96A0-0D33-9C7F-224DCB3D55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10833956" y="3472845"/>
            <a:ext cx="1358044" cy="675816"/>
          </a:xfrm>
          <a:custGeom>
            <a:avLst/>
            <a:gdLst>
              <a:gd name="connsiteX0" fmla="*/ 0 w 2351450"/>
              <a:gd name="connsiteY0" fmla="*/ 0 h 1170173"/>
              <a:gd name="connsiteX1" fmla="*/ 2351450 w 2351450"/>
              <a:gd name="connsiteY1" fmla="*/ 0 h 1170173"/>
              <a:gd name="connsiteX2" fmla="*/ 2345674 w 2351450"/>
              <a:gd name="connsiteY2" fmla="*/ 114394 h 1170173"/>
              <a:gd name="connsiteX3" fmla="*/ 1175725 w 2351450"/>
              <a:gd name="connsiteY3" fmla="*/ 1170173 h 1170173"/>
              <a:gd name="connsiteX4" fmla="*/ 5777 w 2351450"/>
              <a:gd name="connsiteY4" fmla="*/ 114394 h 11701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51450" h="1170173">
                <a:moveTo>
                  <a:pt x="0" y="0"/>
                </a:moveTo>
                <a:lnTo>
                  <a:pt x="2351450" y="0"/>
                </a:lnTo>
                <a:lnTo>
                  <a:pt x="2345674" y="114394"/>
                </a:lnTo>
                <a:cubicBezTo>
                  <a:pt x="2285450" y="707410"/>
                  <a:pt x="1784630" y="1170173"/>
                  <a:pt x="1175725" y="1170173"/>
                </a:cubicBezTo>
                <a:cubicBezTo>
                  <a:pt x="566821" y="1170173"/>
                  <a:pt x="66001" y="707410"/>
                  <a:pt x="5777" y="114394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GB"/>
          </a:p>
        </p:txBody>
      </p:sp>
      <p:sp>
        <p:nvSpPr>
          <p:cNvPr id="22" name="Rectangle 8">
            <a:extLst>
              <a:ext uri="{FF2B5EF4-FFF2-40B4-BE49-F238E27FC236}">
                <a16:creationId xmlns:a16="http://schemas.microsoft.com/office/drawing/2014/main" id="{2C55E30B-D458-A8B6-11AB-5FAEA926BF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V="1">
            <a:off x="10833954" y="4148664"/>
            <a:ext cx="1358043" cy="209684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Freeform: Shape 59">
            <a:extLst>
              <a:ext uri="{FF2B5EF4-FFF2-40B4-BE49-F238E27FC236}">
                <a16:creationId xmlns:a16="http://schemas.microsoft.com/office/drawing/2014/main" id="{81D1A457-4F77-6BE6-3713-4638E83D6D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10833955" y="4148663"/>
            <a:ext cx="1358045" cy="2096842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solidFill>
                <a:schemeClr val="l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525526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slideLayout" Target="../slideLayouts/slideLayout58.xml"/><Relationship Id="rId59" Type="http://schemas.openxmlformats.org/officeDocument/2006/relationships/slideLayout" Target="../slideLayouts/slideLayout59.xml"/><Relationship Id="rId60" Type="http://schemas.openxmlformats.org/officeDocument/2006/relationships/slideLayout" Target="../slideLayouts/slideLayout60.xml"/><Relationship Id="rId61" Type="http://schemas.openxmlformats.org/officeDocument/2006/relationships/slideLayout" Target="../slideLayouts/slideLayout61.xml"/><Relationship Id="rId6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60400" y="128587"/>
            <a:ext cx="10858500" cy="900112"/>
          </a:xfrm>
          <a:prstGeom prst="rect">
            <a:avLst/>
          </a:prstGeom>
        </p:spPr>
        <p:txBody>
          <a:bodyPr vert="horz" lIns="0" tIns="0" rIns="0" bIns="0" rtlCol="0" anchor="b">
            <a:normAutofit/>
          </a:bodyPr>
          <a:lstStyle/>
          <a:p>
            <a:r>
              <a:rPr lang="en-US" sz="1418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0400" y="1130300"/>
            <a:ext cx="10858500" cy="50038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sz="1418"/>
              <a:t>Click to edit Master text styles</a:t>
            </a:r>
            <a:endParaRPr lang="en-US"/>
          </a:p>
          <a:p>
            <a:pPr lvl="1"/>
            <a:r>
              <a:rPr lang="en-US" sz="1418"/>
              <a:t>Second level</a:t>
            </a:r>
          </a:p>
          <a:p>
            <a:pPr lvl="2"/>
            <a:r>
              <a:rPr lang="en-US" sz="1418"/>
              <a:t>Third level</a:t>
            </a:r>
          </a:p>
          <a:p>
            <a:pPr lvl="3"/>
            <a:r>
              <a:rPr lang="en-US" sz="1418"/>
              <a:t>Fourth level</a:t>
            </a:r>
          </a:p>
          <a:p>
            <a:pPr lvl="4"/>
            <a:r>
              <a:rPr lang="en-US" sz="1418"/>
              <a:t>Fifth level</a:t>
            </a:r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79DDEA0E-07E9-13B1-EDC7-61BAFA5FF75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57225" y="6400800"/>
            <a:ext cx="2743200" cy="266700"/>
          </a:xfrm>
        </p:spPr>
        <p:txBody>
          <a:bodyPr lIns="0" tIns="0" rIns="0" bIns="0"/>
          <a:lstStyle>
            <a:lvl1pPr>
              <a:defRPr sz="1200"/>
            </a:lvl1pPr>
          </a:lstStyle>
          <a:p>
            <a:fld id="{FD138C57-8E3B-4697-92F8-0ED9B71F7E17}" type="datetime1">
              <a:rPr lang="en-US" smtClean="0"/>
              <a:pPr/>
              <a:t>4/15/2026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EA10547-A0BF-14BF-EF18-92FBBF644CF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267200" y="6400800"/>
            <a:ext cx="3657600" cy="266700"/>
          </a:xfrm>
        </p:spPr>
        <p:txBody>
          <a:bodyPr lIns="0" tIns="0" rIns="0" bIns="0"/>
          <a:lstStyle>
            <a:lvl1pPr algn="ctr">
              <a:defRPr sz="1200"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C413A03B-58A6-5266-F4CA-95B7A6F4BCC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274049" y="6400800"/>
            <a:ext cx="3241675" cy="266700"/>
          </a:xfrm>
        </p:spPr>
        <p:txBody>
          <a:bodyPr lIns="0" tIns="0" rIns="0" bIns="0"/>
          <a:lstStyle>
            <a:lvl1pPr algn="r">
              <a:defRPr sz="1200"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4" r:id="rId1"/>
    <p:sldLayoutId id="2147483705" r:id="rId2"/>
    <p:sldLayoutId id="2147483706" r:id="rId3"/>
    <p:sldLayoutId id="2147483703" r:id="rId4"/>
    <p:sldLayoutId id="2147483707" r:id="rId5"/>
    <p:sldLayoutId id="2147483650" r:id="rId6"/>
    <p:sldLayoutId id="2147483654" r:id="rId7"/>
    <p:sldLayoutId id="2147483754" r:id="rId8"/>
    <p:sldLayoutId id="2147483755" r:id="rId9"/>
    <p:sldLayoutId id="2147483760" r:id="rId10"/>
    <p:sldLayoutId id="2147483761" r:id="rId11"/>
    <p:sldLayoutId id="2147483762" r:id="rId12"/>
    <p:sldLayoutId id="2147483662" r:id="rId13"/>
    <p:sldLayoutId id="2147483763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2" r:id="rId23"/>
    <p:sldLayoutId id="2147483671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  <p:sldLayoutId id="2147483679" r:id="rId31"/>
    <p:sldLayoutId id="2147483680" r:id="rId32"/>
    <p:sldLayoutId id="2147483681" r:id="rId33"/>
    <p:sldLayoutId id="2147483682" r:id="rId34"/>
    <p:sldLayoutId id="2147483683" r:id="rId35"/>
    <p:sldLayoutId id="2147483684" r:id="rId36"/>
    <p:sldLayoutId id="2147483685" r:id="rId37"/>
    <p:sldLayoutId id="2147483686" r:id="rId38"/>
    <p:sldLayoutId id="2147483687" r:id="rId39"/>
    <p:sldLayoutId id="2147483688" r:id="rId40"/>
    <p:sldLayoutId id="2147483689" r:id="rId41"/>
    <p:sldLayoutId id="2147483690" r:id="rId42"/>
    <p:sldLayoutId id="2147483752" r:id="rId43"/>
    <p:sldLayoutId id="2147483753" r:id="rId44"/>
    <p:sldLayoutId id="2147483691" r:id="rId45"/>
    <p:sldLayoutId id="2147483692" r:id="rId46"/>
    <p:sldLayoutId id="2147483693" r:id="rId47"/>
    <p:sldLayoutId id="2147483694" r:id="rId48"/>
    <p:sldLayoutId id="2147483695" r:id="rId49"/>
    <p:sldLayoutId id="2147483696" r:id="rId50"/>
    <p:sldLayoutId id="2147483697" r:id="rId51"/>
    <p:sldLayoutId id="2147483756" r:id="rId52"/>
    <p:sldLayoutId id="2147483757" r:id="rId53"/>
    <p:sldLayoutId id="2147483758" r:id="rId54"/>
    <p:sldLayoutId id="2147483759" r:id="rId55"/>
    <p:sldLayoutId id="2147483698" r:id="rId56"/>
    <p:sldLayoutId id="2147483699" r:id="rId57"/>
    <p:sldLayoutId id="2147483700" r:id="rId58"/>
    <p:sldLayoutId id="2147483701" r:id="rId59"/>
    <p:sldLayoutId id="2147483702" r:id="rId60"/>
    <p:sldLayoutId id="2147483661" r:id="rId6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416" userDrawn="1">
          <p15:clr>
            <a:srgbClr val="F26B43"/>
          </p15:clr>
        </p15:guide>
        <p15:guide id="2" pos="7256" userDrawn="1">
          <p15:clr>
            <a:srgbClr val="F26B43"/>
          </p15:clr>
        </p15:guide>
        <p15:guide id="3" orient="horz" pos="648" userDrawn="1">
          <p15:clr>
            <a:srgbClr val="F26B43"/>
          </p15:clr>
        </p15:guide>
        <p15:guide id="4" orient="horz" pos="712" userDrawn="1">
          <p15:clr>
            <a:srgbClr val="F26B43"/>
          </p15:clr>
        </p15:guide>
        <p15:guide id="5" orient="horz" pos="3928" userDrawn="1">
          <p15:clr>
            <a:srgbClr val="F26B43"/>
          </p15:clr>
        </p15:guide>
        <p15:guide id="6" orient="horz" pos="3861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gif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6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6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6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6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6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6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6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D3872E-D8F0-BF64-FC5F-317F5A47DB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19532" y="1435100"/>
            <a:ext cx="5824186" cy="3987799"/>
          </a:xfrm>
        </p:spPr>
        <p:txBody>
          <a:bodyPr/>
          <a:lstStyle/>
          <a:p>
            <a:r>
              <a:rPr lang="en-US" dirty="0"/>
              <a:t>AI-Based Optimal Solver for the 3×3 Rubik’s Cube</a:t>
            </a:r>
            <a:endParaRPr lang="en-GB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F48FAAD-5698-8F60-B5F5-D8E6848186B7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910628" y="5972012"/>
            <a:ext cx="2130745" cy="531322"/>
          </a:xfrm>
        </p:spPr>
        <p:txBody>
          <a:bodyPr/>
          <a:lstStyle/>
          <a:p>
            <a:r>
              <a:rPr lang="en-US" b="1" dirty="0"/>
              <a:t>Edward Ogbei</a:t>
            </a:r>
          </a:p>
          <a:p>
            <a:r>
              <a:rPr lang="en-US" dirty="0"/>
              <a:t>May 2026</a:t>
            </a:r>
          </a:p>
        </p:txBody>
      </p:sp>
      <p:pic>
        <p:nvPicPr>
          <p:cNvPr id="7170" name="Picture 2" descr="Politechnika Częstochowska | Czestochowa">
            <a:extLst>
              <a:ext uri="{FF2B5EF4-FFF2-40B4-BE49-F238E27FC236}">
                <a16:creationId xmlns:a16="http://schemas.microsoft.com/office/drawing/2014/main" id="{EA842AE8-49AB-BCA5-64A7-B48F3C499D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9532" y="282555"/>
            <a:ext cx="1326287" cy="13262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A2DC1EC-D8E9-359C-D64A-0A5270BEFD0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8060" y="2239243"/>
            <a:ext cx="2708910" cy="3407301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04B200EE-37F2-707B-7B39-71D19A8C7200}"/>
              </a:ext>
            </a:extLst>
          </p:cNvPr>
          <p:cNvSpPr/>
          <p:nvPr/>
        </p:nvSpPr>
        <p:spPr>
          <a:xfrm>
            <a:off x="7338060" y="4812030"/>
            <a:ext cx="2857500" cy="101727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4281614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49808"/>
          </a:xfrm>
          <a:prstGeom prst="rect">
            <a:avLst/>
          </a:prstGeom>
          <a:solidFill>
            <a:srgbClr val="0D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54864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System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548640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BBBBDD"/>
                </a:solidFill>
                <a:latin typeface="Calibri"/>
              </a:rPr>
              <a:t>Four layers that work together from raw state to animated web solve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914400"/>
            <a:ext cx="2834640" cy="5303520"/>
          </a:xfrm>
          <a:prstGeom prst="rect">
            <a:avLst/>
          </a:prstGeom>
          <a:solidFill>
            <a:srgbClr val="E8ECF8"/>
          </a:solidFill>
          <a:ln>
            <a:solidFill>
              <a:srgbClr val="99A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914400"/>
            <a:ext cx="2834640" cy="411480"/>
          </a:xfrm>
          <a:prstGeom prst="rect">
            <a:avLst/>
          </a:prstGeom>
          <a:solidFill>
            <a:srgbClr val="1A3A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47472" y="941832"/>
            <a:ext cx="2697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Cube Engine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417320"/>
            <a:ext cx="2697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3A5AAA"/>
                </a:solidFill>
                <a:latin typeface="Calibri"/>
              </a:rPr>
              <a:t>core/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755648"/>
            <a:ext cx="26517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cp, co, ep, eo arrays
18 move tables
Legality checks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55263" y="914400"/>
            <a:ext cx="2834640" cy="5303520"/>
          </a:xfrm>
          <a:prstGeom prst="rect">
            <a:avLst/>
          </a:prstGeom>
          <a:solidFill>
            <a:srgbClr val="E8ECF8"/>
          </a:solidFill>
          <a:ln>
            <a:solidFill>
              <a:srgbClr val="99A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55263" y="914400"/>
            <a:ext cx="2834640" cy="411480"/>
          </a:xfrm>
          <a:prstGeom prst="rect">
            <a:avLst/>
          </a:prstGeom>
          <a:solidFill>
            <a:srgbClr val="1A3A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28415" y="941832"/>
            <a:ext cx="2697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Expert Solver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46703" y="1417320"/>
            <a:ext cx="2697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3A5AAA"/>
                </a:solidFill>
                <a:latin typeface="Calibri"/>
              </a:rPr>
              <a:t>solvers/kociemba_solver.py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46703" y="1755648"/>
            <a:ext cx="26517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Bidirectional BFS
Generates training labels
Baseline for UI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36207" y="914400"/>
            <a:ext cx="2834640" cy="5303520"/>
          </a:xfrm>
          <a:prstGeom prst="rect">
            <a:avLst/>
          </a:prstGeom>
          <a:solidFill>
            <a:srgbClr val="E8ECF8"/>
          </a:solidFill>
          <a:ln>
            <a:solidFill>
              <a:srgbClr val="99A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36207" y="914400"/>
            <a:ext cx="2834640" cy="411480"/>
          </a:xfrm>
          <a:prstGeom prst="rect">
            <a:avLst/>
          </a:prstGeom>
          <a:solidFill>
            <a:srgbClr val="1A3A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59" y="941832"/>
            <a:ext cx="2697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Neural Solver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27647" y="1417320"/>
            <a:ext cx="2697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3A5AAA"/>
                </a:solidFill>
                <a:latin typeface="Calibri"/>
              </a:rPr>
              <a:t>solvers/ai_solver.py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27647" y="1755648"/>
            <a:ext cx="26517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MLP  324-&gt;256-&gt;256-&gt;128-&gt;18
Curriculum imitation learning
Greedy + beam search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217152" y="914400"/>
            <a:ext cx="2834640" cy="5303520"/>
          </a:xfrm>
          <a:prstGeom prst="rect">
            <a:avLst/>
          </a:prstGeom>
          <a:solidFill>
            <a:srgbClr val="E8ECF8"/>
          </a:solidFill>
          <a:ln>
            <a:solidFill>
              <a:srgbClr val="99A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217152" y="914400"/>
            <a:ext cx="2834640" cy="411480"/>
          </a:xfrm>
          <a:prstGeom prst="rect">
            <a:avLst/>
          </a:prstGeom>
          <a:solidFill>
            <a:srgbClr val="1A3A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90304" y="941832"/>
            <a:ext cx="2697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Web Visualisation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08592" y="1417320"/>
            <a:ext cx="2697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3A5AAA"/>
                </a:solidFill>
                <a:latin typeface="Calibri"/>
              </a:rPr>
              <a:t>visualization/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08592" y="1755648"/>
            <a:ext cx="26517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Python HTTP server
Three.js 3D frontend
REST API + animation queue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090672" y="3429000"/>
            <a:ext cx="201168" cy="201168"/>
          </a:xfrm>
          <a:prstGeom prst="rect">
            <a:avLst/>
          </a:prstGeom>
          <a:solidFill>
            <a:srgbClr val="0D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090672" y="3401568"/>
            <a:ext cx="2011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▶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071616" y="3429000"/>
            <a:ext cx="201168" cy="201168"/>
          </a:xfrm>
          <a:prstGeom prst="rect">
            <a:avLst/>
          </a:prstGeom>
          <a:solidFill>
            <a:srgbClr val="0D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071616" y="3401568"/>
            <a:ext cx="2011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▶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052559" y="3429000"/>
            <a:ext cx="201168" cy="201168"/>
          </a:xfrm>
          <a:prstGeom prst="rect">
            <a:avLst/>
          </a:prstGeom>
          <a:solidFill>
            <a:srgbClr val="0D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052559" y="3401568"/>
            <a:ext cx="2011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▶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49808"/>
          </a:xfrm>
          <a:prstGeom prst="rect">
            <a:avLst/>
          </a:prstGeom>
          <a:solidFill>
            <a:srgbClr val="0D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54864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Cube Engine - State Representation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548640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BBBBDD"/>
                </a:solidFill>
                <a:latin typeface="Calibri"/>
              </a:rPr>
              <a:t>The cube is stored as four integer arrays - no 3D geometry, no colours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914400"/>
            <a:ext cx="4114800" cy="274320"/>
          </a:xfrm>
          <a:prstGeom prst="rect">
            <a:avLst/>
          </a:prstGeom>
          <a:solidFill>
            <a:srgbClr val="0D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47472" y="932688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State arrays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274320" y="1280160"/>
          <a:ext cx="694944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/>
                <a:gridCol w="1737360"/>
                <a:gridCol w="1737360"/>
                <a:gridCol w="1737360"/>
              </a:tblGrid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Array</a:t>
                      </a:r>
                    </a:p>
                  </a:txBody>
                  <a:tcPr>
                    <a:solidFill>
                      <a:srgbClr val="0D1B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Size</a:t>
                      </a:r>
                    </a:p>
                  </a:txBody>
                  <a:tcPr>
                    <a:solidFill>
                      <a:srgbClr val="0D1B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Values</a:t>
                      </a:r>
                    </a:p>
                  </a:txBody>
                  <a:tcPr>
                    <a:solidFill>
                      <a:srgbClr val="0D1B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Meaning</a:t>
                      </a:r>
                    </a:p>
                  </a:txBody>
                  <a:tcPr>
                    <a:solidFill>
                      <a:srgbClr val="0D1B4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A2E"/>
                          </a:solidFill>
                          <a:latin typeface="Calibri"/>
                        </a:rPr>
                        <a:t>cp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A2E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A2E"/>
                          </a:solidFill>
                          <a:latin typeface="Calibri"/>
                        </a:rPr>
                        <a:t>0 - 7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A2E"/>
                          </a:solidFill>
                          <a:latin typeface="Calibri"/>
                        </a:rPr>
                        <a:t>Which corner piece occupies each corner slot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A2E"/>
                          </a:solidFill>
                          <a:latin typeface="Calibri"/>
                        </a:rPr>
                        <a:t>co</a:t>
                      </a:r>
                    </a:p>
                  </a:txBody>
                  <a:tcPr>
                    <a:solidFill>
                      <a:srgbClr val="E8EC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A2E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>
                    <a:solidFill>
                      <a:srgbClr val="E8EC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A2E"/>
                          </a:solidFill>
                          <a:latin typeface="Calibri"/>
                        </a:rPr>
                        <a:t>0, 1, 2</a:t>
                      </a:r>
                    </a:p>
                  </a:txBody>
                  <a:tcPr>
                    <a:solidFill>
                      <a:srgbClr val="E8EC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A2E"/>
                          </a:solidFill>
                          <a:latin typeface="Calibri"/>
                        </a:rPr>
                        <a:t>Twist of each corner (0=upright, 1=CW, 2=CCW)</a:t>
                      </a:r>
                    </a:p>
                  </a:txBody>
                  <a:tcPr>
                    <a:solidFill>
                      <a:srgbClr val="E8EC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A2E"/>
                          </a:solidFill>
                          <a:latin typeface="Calibri"/>
                        </a:rPr>
                        <a:t>ep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A2E"/>
                          </a:solidFill>
                          <a:latin typeface="Calibri"/>
                        </a:rPr>
                        <a:t>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A2E"/>
                          </a:solidFill>
                          <a:latin typeface="Calibri"/>
                        </a:rPr>
                        <a:t>0 - 11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A2E"/>
                          </a:solidFill>
                          <a:latin typeface="Calibri"/>
                        </a:rPr>
                        <a:t>Which edge piece occupies each edge slot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A2E"/>
                          </a:solidFill>
                          <a:latin typeface="Calibri"/>
                        </a:rPr>
                        <a:t>eo</a:t>
                      </a:r>
                    </a:p>
                  </a:txBody>
                  <a:tcPr>
                    <a:solidFill>
                      <a:srgbClr val="E8EC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A2E"/>
                          </a:solidFill>
                          <a:latin typeface="Calibri"/>
                        </a:rPr>
                        <a:t>12</a:t>
                      </a:r>
                    </a:p>
                  </a:txBody>
                  <a:tcPr>
                    <a:solidFill>
                      <a:srgbClr val="E8EC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A2E"/>
                          </a:solidFill>
                          <a:latin typeface="Calibri"/>
                        </a:rPr>
                        <a:t>0, 1</a:t>
                      </a:r>
                    </a:p>
                  </a:txBody>
                  <a:tcPr>
                    <a:solidFill>
                      <a:srgbClr val="E8EC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A2E"/>
                          </a:solidFill>
                          <a:latin typeface="Calibri"/>
                        </a:rPr>
                        <a:t>Whether each edge is flipped (0=normal, 1=flipped)</a:t>
                      </a:r>
                    </a:p>
                  </a:txBody>
                  <a:tcPr>
                    <a:solidFill>
                      <a:srgbClr val="E8ECF8"/>
                    </a:solidFill>
                  </a:tcPr>
                </a:tc>
              </a:tr>
            </a:tbl>
          </a:graphicData>
        </a:graphic>
      </p:graphicFrame>
      <p:pic>
        <p:nvPicPr>
          <p:cNvPr id="8" name="Picture 7" descr="fig_03_encod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914400"/>
            <a:ext cx="4480560" cy="240660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74320" y="3383280"/>
            <a:ext cx="6949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555577"/>
                </a:solidFill>
                <a:latin typeface="Calibri"/>
              </a:rPr>
              <a:t>Solved state: cp = [0,1,2,3,4,5,6,7],  co = [0]*8,  ep = [0..11],  eo = [0]*12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49808"/>
          </a:xfrm>
          <a:prstGeom prst="rect">
            <a:avLst/>
          </a:prstGeom>
          <a:solidFill>
            <a:srgbClr val="0D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54864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Move Tables - 18 Legal Moves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548640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BBBBDD"/>
                </a:solidFill>
                <a:latin typeface="Calibri"/>
              </a:rPr>
              <a:t>Each face has 3 variants: CW (90 deg), CCW (90 deg prime), and 180 deg double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914400"/>
            <a:ext cx="3840480" cy="274320"/>
          </a:xfrm>
          <a:prstGeom prst="rect">
            <a:avLst/>
          </a:prstGeom>
          <a:solidFill>
            <a:srgbClr val="0D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47472" y="932688"/>
            <a:ext cx="3840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The 18-move set (Half-Turn Metric)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274320" y="1280160"/>
          <a:ext cx="475488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1188720"/>
                <a:gridCol w="1188720"/>
                <a:gridCol w="1188720"/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Face</a:t>
                      </a:r>
                    </a:p>
                  </a:txBody>
                  <a:tcPr>
                    <a:solidFill>
                      <a:srgbClr val="0D1B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CW</a:t>
                      </a:r>
                    </a:p>
                  </a:txBody>
                  <a:tcPr>
                    <a:solidFill>
                      <a:srgbClr val="0D1B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CCW (prime)</a:t>
                      </a:r>
                    </a:p>
                  </a:txBody>
                  <a:tcPr>
                    <a:solidFill>
                      <a:srgbClr val="0D1B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180 deg</a:t>
                      </a:r>
                    </a:p>
                  </a:txBody>
                  <a:tcPr>
                    <a:solidFill>
                      <a:srgbClr val="0D1B4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A2E"/>
                          </a:solidFill>
                          <a:latin typeface="Calibri"/>
                        </a:rPr>
                        <a:t>Up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A2E"/>
                          </a:solidFill>
                          <a:latin typeface="Calibri"/>
                        </a:rPr>
                        <a:t>U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A2E"/>
                          </a:solidFill>
                          <a:latin typeface="Calibri"/>
                        </a:rPr>
                        <a:t>U'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A2E"/>
                          </a:solidFill>
                          <a:latin typeface="Calibri"/>
                        </a:rPr>
                        <a:t>U2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A2E"/>
                          </a:solidFill>
                          <a:latin typeface="Calibri"/>
                        </a:rPr>
                        <a:t>Down</a:t>
                      </a:r>
                    </a:p>
                  </a:txBody>
                  <a:tcPr>
                    <a:solidFill>
                      <a:srgbClr val="E8EC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A2E"/>
                          </a:solidFill>
                          <a:latin typeface="Calibri"/>
                        </a:rPr>
                        <a:t>D</a:t>
                      </a:r>
                    </a:p>
                  </a:txBody>
                  <a:tcPr>
                    <a:solidFill>
                      <a:srgbClr val="E8EC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A2E"/>
                          </a:solidFill>
                          <a:latin typeface="Calibri"/>
                        </a:rPr>
                        <a:t>D'</a:t>
                      </a:r>
                    </a:p>
                  </a:txBody>
                  <a:tcPr>
                    <a:solidFill>
                      <a:srgbClr val="E8EC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A2E"/>
                          </a:solidFill>
                          <a:latin typeface="Calibri"/>
                        </a:rPr>
                        <a:t>D2</a:t>
                      </a:r>
                    </a:p>
                  </a:txBody>
                  <a:tcPr>
                    <a:solidFill>
                      <a:srgbClr val="E8EC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A2E"/>
                          </a:solidFill>
                          <a:latin typeface="Calibri"/>
                        </a:rPr>
                        <a:t>Right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A2E"/>
                          </a:solidFill>
                          <a:latin typeface="Calibri"/>
                        </a:rPr>
                        <a:t>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A2E"/>
                          </a:solidFill>
                          <a:latin typeface="Calibri"/>
                        </a:rPr>
                        <a:t>R'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A2E"/>
                          </a:solidFill>
                          <a:latin typeface="Calibri"/>
                        </a:rPr>
                        <a:t>R2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A2E"/>
                          </a:solidFill>
                          <a:latin typeface="Calibri"/>
                        </a:rPr>
                        <a:t>Left</a:t>
                      </a:r>
                    </a:p>
                  </a:txBody>
                  <a:tcPr>
                    <a:solidFill>
                      <a:srgbClr val="E8EC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A2E"/>
                          </a:solidFill>
                          <a:latin typeface="Calibri"/>
                        </a:rPr>
                        <a:t>L</a:t>
                      </a:r>
                    </a:p>
                  </a:txBody>
                  <a:tcPr>
                    <a:solidFill>
                      <a:srgbClr val="E8EC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A2E"/>
                          </a:solidFill>
                          <a:latin typeface="Calibri"/>
                        </a:rPr>
                        <a:t>L'</a:t>
                      </a:r>
                    </a:p>
                  </a:txBody>
                  <a:tcPr>
                    <a:solidFill>
                      <a:srgbClr val="E8EC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A2E"/>
                          </a:solidFill>
                          <a:latin typeface="Calibri"/>
                        </a:rPr>
                        <a:t>L2</a:t>
                      </a:r>
                    </a:p>
                  </a:txBody>
                  <a:tcPr>
                    <a:solidFill>
                      <a:srgbClr val="E8EC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A2E"/>
                          </a:solidFill>
                          <a:latin typeface="Calibri"/>
                        </a:rPr>
                        <a:t>Front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A2E"/>
                          </a:solidFill>
                          <a:latin typeface="Calibri"/>
                        </a:rPr>
                        <a:t>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A2E"/>
                          </a:solidFill>
                          <a:latin typeface="Calibri"/>
                        </a:rPr>
                        <a:t>F'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A2E"/>
                          </a:solidFill>
                          <a:latin typeface="Calibri"/>
                        </a:rPr>
                        <a:t>F2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A2E"/>
                          </a:solidFill>
                          <a:latin typeface="Calibri"/>
                        </a:rPr>
                        <a:t>Back</a:t>
                      </a:r>
                    </a:p>
                  </a:txBody>
                  <a:tcPr>
                    <a:solidFill>
                      <a:srgbClr val="E8EC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A2E"/>
                          </a:solidFill>
                          <a:latin typeface="Calibri"/>
                        </a:rPr>
                        <a:t>B</a:t>
                      </a:r>
                    </a:p>
                  </a:txBody>
                  <a:tcPr>
                    <a:solidFill>
                      <a:srgbClr val="E8EC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A2E"/>
                          </a:solidFill>
                          <a:latin typeface="Calibri"/>
                        </a:rPr>
                        <a:t>B'</a:t>
                      </a:r>
                    </a:p>
                  </a:txBody>
                  <a:tcPr>
                    <a:solidFill>
                      <a:srgbClr val="E8EC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A2E"/>
                          </a:solidFill>
                          <a:latin typeface="Calibri"/>
                        </a:rPr>
                        <a:t>B2</a:t>
                      </a:r>
                    </a:p>
                  </a:txBody>
                  <a:tcPr>
                    <a:solidFill>
                      <a:srgbClr val="E8ECF8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5303520" y="914400"/>
            <a:ext cx="3657600" cy="274320"/>
          </a:xfrm>
          <a:prstGeom prst="rect">
            <a:avLst/>
          </a:prstGeom>
          <a:solidFill>
            <a:srgbClr val="0D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76672" y="932688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Move composition (group product)</a:t>
            </a:r>
          </a:p>
        </p:txBody>
      </p:sp>
      <p:sp>
        <p:nvSpPr>
          <p:cNvPr id="10" name="Rectangle 9"/>
          <p:cNvSpPr/>
          <p:nvPr/>
        </p:nvSpPr>
        <p:spPr>
          <a:xfrm>
            <a:off x="5303520" y="1280160"/>
            <a:ext cx="6492240" cy="2423160"/>
          </a:xfrm>
          <a:prstGeom prst="rect">
            <a:avLst/>
          </a:prstGeom>
          <a:solidFill>
            <a:srgbClr val="E8ECF8"/>
          </a:solidFill>
          <a:ln>
            <a:solidFill>
              <a:srgbClr val="AABB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40680" y="1353312"/>
            <a:ext cx="6217920" cy="22768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0D1B4B"/>
                </a:solidFill>
                <a:latin typeface="Consolas"/>
              </a:rPr>
              <a:t># Applying move B then move A:</a:t>
            </a:r>
          </a:p>
          <a:p>
            <a:pPr algn="l"/>
            <a:r>
              <a:rPr sz="1200">
                <a:solidFill>
                  <a:srgbClr val="0D1B4B"/>
                </a:solidFill>
                <a:latin typeface="Consolas"/>
              </a:rPr>
              <a:t>cp_out[i] = cp_A[ cp_B[i] ]</a:t>
            </a:r>
          </a:p>
          <a:p>
            <a:pPr algn="l"/>
            <a:r>
              <a:rPr sz="1200">
                <a:solidFill>
                  <a:srgbClr val="0D1B4B"/>
                </a:solidFill>
                <a:latin typeface="Consolas"/>
              </a:rPr>
              <a:t>co_out[i] = (co_A[cp_B[i]] + co_B[i])  mod 3</a:t>
            </a:r>
          </a:p>
          <a:p>
            <a:pPr algn="l"/>
            <a:r>
              <a:rPr sz="1200">
                <a:solidFill>
                  <a:srgbClr val="0D1B4B"/>
                </a:solidFill>
                <a:latin typeface="Consolas"/>
              </a:rPr>
              <a:t/>
            </a:r>
          </a:p>
          <a:p>
            <a:pPr algn="l"/>
            <a:r>
              <a:rPr sz="1200">
                <a:solidFill>
                  <a:srgbClr val="0D1B4B"/>
                </a:solidFill>
                <a:latin typeface="Consolas"/>
              </a:rPr>
              <a:t>ep_out[i] = ep_A[ ep_B[i] ]</a:t>
            </a:r>
          </a:p>
          <a:p>
            <a:pPr algn="l"/>
            <a:r>
              <a:rPr sz="1200">
                <a:solidFill>
                  <a:srgbClr val="0D1B4B"/>
                </a:solidFill>
                <a:latin typeface="Consolas"/>
              </a:rPr>
              <a:t>eo_out[i] = (eo_A[ep_B[i]] + eo_B[i])  mod 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303520" y="3886200"/>
            <a:ext cx="4572000" cy="274320"/>
          </a:xfrm>
          <a:prstGeom prst="rect">
            <a:avLst/>
          </a:prstGeom>
          <a:solidFill>
            <a:srgbClr val="0D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76672" y="3904488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Prime and double moves derived algebraically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303520" y="4251960"/>
            <a:ext cx="6492240" cy="1234440"/>
          </a:xfrm>
          <a:prstGeom prst="rect">
            <a:avLst/>
          </a:prstGeom>
          <a:solidFill>
            <a:srgbClr val="E8ECF8"/>
          </a:solidFill>
          <a:ln>
            <a:solidFill>
              <a:srgbClr val="AABB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40680" y="4325112"/>
            <a:ext cx="6217920" cy="1088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0D1B4B"/>
                </a:solidFill>
                <a:latin typeface="Consolas"/>
              </a:rPr>
              <a:t>R2  = compose(R, R)          # apply R twice</a:t>
            </a:r>
          </a:p>
          <a:p>
            <a:pPr algn="l"/>
            <a:r>
              <a:rPr sz="1200">
                <a:solidFill>
                  <a:srgbClr val="0D1B4B"/>
                </a:solidFill>
                <a:latin typeface="Consolas"/>
              </a:rPr>
              <a:t>R'  = compose(R2, R)         # apply R three times = inverse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3886200"/>
            <a:ext cx="2286000" cy="274320"/>
          </a:xfrm>
          <a:prstGeom prst="rect">
            <a:avLst/>
          </a:prstGeom>
          <a:solidFill>
            <a:srgbClr val="0D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7472" y="3904488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Branching factor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" y="4251960"/>
            <a:ext cx="46634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18 moves at each step, but consecutive same-face moves are pruned.
Effective branching factor: ~15. BFS nodes at depth d: ~15^d.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49808"/>
          </a:xfrm>
          <a:prstGeom prst="rect">
            <a:avLst/>
          </a:prstGeom>
          <a:solidFill>
            <a:srgbClr val="0D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54864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State Encoding for the Neural Network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548640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BBBBDD"/>
                </a:solidFill>
                <a:latin typeface="Calibri"/>
              </a:rPr>
              <a:t>The 54-character facelet string is converted to a 324-dimensional one-hot vector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914400"/>
            <a:ext cx="3200400" cy="274320"/>
          </a:xfrm>
          <a:prstGeom prst="rect">
            <a:avLst/>
          </a:prstGeom>
          <a:solidFill>
            <a:srgbClr val="0D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47472" y="932688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One-hot encoding scheme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280160"/>
            <a:ext cx="5303520" cy="2423160"/>
          </a:xfrm>
          <a:prstGeom prst="rect">
            <a:avLst/>
          </a:prstGeom>
          <a:solidFill>
            <a:srgbClr val="E8ECF8"/>
          </a:solidFill>
          <a:ln>
            <a:solidFill>
              <a:srgbClr val="AABB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353312"/>
            <a:ext cx="5029200" cy="22768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0D1B4B"/>
                </a:solidFill>
                <a:latin typeface="Consolas"/>
              </a:rPr>
              <a:t># For each of the 54 facelets:</a:t>
            </a:r>
          </a:p>
          <a:p>
            <a:pPr algn="l"/>
            <a:r>
              <a:rPr sz="1300">
                <a:solidFill>
                  <a:srgbClr val="0D1B4B"/>
                </a:solidFill>
                <a:latin typeface="Consolas"/>
              </a:rPr>
              <a:t>xᵢ  ∈  {0.0, 1.0}^6</a:t>
            </a:r>
          </a:p>
          <a:p>
            <a:pPr algn="l"/>
            <a:r>
              <a:rPr sz="1300">
                <a:solidFill>
                  <a:srgbClr val="0D1B4B"/>
                </a:solidFill>
                <a:latin typeface="Consolas"/>
              </a:rPr>
              <a:t/>
            </a:r>
          </a:p>
          <a:p>
            <a:pPr algn="l"/>
            <a:r>
              <a:rPr sz="1300">
                <a:solidFill>
                  <a:srgbClr val="0D1B4B"/>
                </a:solidFill>
                <a:latin typeface="Consolas"/>
              </a:rPr>
              <a:t># Exactly one element is 1.0:</a:t>
            </a:r>
          </a:p>
          <a:p>
            <a:pPr algn="l"/>
            <a:r>
              <a:rPr sz="1300">
                <a:solidFill>
                  <a:srgbClr val="0D1B4B"/>
                </a:solidFill>
                <a:latin typeface="Consolas"/>
              </a:rPr>
              <a:t>Σⱼ xᵢ[ⱼ]  =  1   for all i</a:t>
            </a:r>
          </a:p>
          <a:p>
            <a:pPr algn="l"/>
            <a:r>
              <a:rPr sz="1300">
                <a:solidFill>
                  <a:srgbClr val="0D1B4B"/>
                </a:solidFill>
                <a:latin typeface="Consolas"/>
              </a:rPr>
              <a:t/>
            </a:r>
          </a:p>
          <a:p>
            <a:pPr algn="l"/>
            <a:r>
              <a:rPr sz="1300">
                <a:solidFill>
                  <a:srgbClr val="0D1B4B"/>
                </a:solidFill>
                <a:latin typeface="Consolas"/>
              </a:rPr>
              <a:t># Full input vector:</a:t>
            </a:r>
          </a:p>
          <a:p>
            <a:pPr algn="l"/>
            <a:r>
              <a:rPr sz="1300">
                <a:solidFill>
                  <a:srgbClr val="0D1B4B"/>
                </a:solidFill>
                <a:latin typeface="Consolas"/>
              </a:rPr>
              <a:t>v  =  concat(x₀, x₁, ..., x₅₃)   ∈  ℝ^324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3886200"/>
            <a:ext cx="2743200" cy="274320"/>
          </a:xfrm>
          <a:prstGeom prst="rect">
            <a:avLst/>
          </a:prstGeom>
          <a:solidFill>
            <a:srgbClr val="0D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7472" y="3904488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Dimension breakdown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274320" y="4251960"/>
          <a:ext cx="530352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1760"/>
                <a:gridCol w="2651760"/>
              </a:tblGrid>
              <a:tr h="347472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Quantity</a:t>
                      </a:r>
                    </a:p>
                  </a:txBody>
                  <a:tcPr>
                    <a:solidFill>
                      <a:srgbClr val="0D1B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Count</a:t>
                      </a:r>
                    </a:p>
                  </a:txBody>
                  <a:tcPr>
                    <a:solidFill>
                      <a:srgbClr val="0D1B4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A2E"/>
                          </a:solidFill>
                          <a:latin typeface="Calibri"/>
                        </a:rPr>
                        <a:t>Facelets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A2E"/>
                          </a:solidFill>
                          <a:latin typeface="Calibri"/>
                        </a:rPr>
                        <a:t>54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A2E"/>
                          </a:solidFill>
                          <a:latin typeface="Calibri"/>
                        </a:rPr>
                        <a:t>Colours per facelet</a:t>
                      </a:r>
                    </a:p>
                  </a:txBody>
                  <a:tcPr>
                    <a:solidFill>
                      <a:srgbClr val="E8EC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A2E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>
                    <a:solidFill>
                      <a:srgbClr val="E8ECF8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A2E"/>
                          </a:solidFill>
                          <a:latin typeface="Calibri"/>
                        </a:rPr>
                        <a:t>Input vector length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A2E"/>
                          </a:solidFill>
                          <a:latin typeface="Calibri"/>
                        </a:rPr>
                        <a:t>54 x 6 = 324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A2E"/>
                          </a:solidFill>
                          <a:latin typeface="Calibri"/>
                        </a:rPr>
                        <a:t>Non-zero per state</a:t>
                      </a:r>
                    </a:p>
                  </a:txBody>
                  <a:tcPr>
                    <a:solidFill>
                      <a:srgbClr val="E8EC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A2E"/>
                          </a:solidFill>
                          <a:latin typeface="Calibri"/>
                        </a:rPr>
                        <a:t>54 (exactly one per facelet)</a:t>
                      </a:r>
                    </a:p>
                  </a:txBody>
                  <a:tcPr>
                    <a:solidFill>
                      <a:srgbClr val="E8ECF8"/>
                    </a:solidFill>
                  </a:tcPr>
                </a:tc>
              </a:tr>
            </a:tbl>
          </a:graphicData>
        </a:graphic>
      </p:graphicFrame>
      <p:pic>
        <p:nvPicPr>
          <p:cNvPr id="12" name="Picture 11" descr="fig_03_encod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0" y="914400"/>
            <a:ext cx="6035040" cy="324155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74320" y="6035040"/>
            <a:ext cx="11612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555577"/>
                </a:solidFill>
                <a:latin typeface="Calibri"/>
              </a:rPr>
              <a:t>The encoding carries no structural knowledge of the cube group - all 324 dimensions are treated as independent by the MLP. Two states related by a cube symmetry get different vectors.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49808"/>
          </a:xfrm>
          <a:prstGeom prst="rect">
            <a:avLst/>
          </a:prstGeom>
          <a:solidFill>
            <a:srgbClr val="0D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54864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Neural Network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548640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BBBBDD"/>
                </a:solidFill>
                <a:latin typeface="Calibri"/>
              </a:rPr>
              <a:t>Multi-layer perceptron: 3 hidden layers, ReLU activations, cross-entropy training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914400"/>
            <a:ext cx="3200400" cy="274320"/>
          </a:xfrm>
          <a:prstGeom prst="rect">
            <a:avLst/>
          </a:prstGeom>
          <a:solidFill>
            <a:srgbClr val="0D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47472" y="932688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Layer-by-layer breakdown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274320" y="1280160"/>
          <a:ext cx="68580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/>
                <a:gridCol w="1714500"/>
                <a:gridCol w="1714500"/>
                <a:gridCol w="1714500"/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Layer</a:t>
                      </a:r>
                    </a:p>
                  </a:txBody>
                  <a:tcPr>
                    <a:solidFill>
                      <a:srgbClr val="0D1B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Neurons</a:t>
                      </a:r>
                    </a:p>
                  </a:txBody>
                  <a:tcPr>
                    <a:solidFill>
                      <a:srgbClr val="0D1B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Activation</a:t>
                      </a:r>
                    </a:p>
                  </a:txBody>
                  <a:tcPr>
                    <a:solidFill>
                      <a:srgbClr val="0D1B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Parameters</a:t>
                      </a:r>
                    </a:p>
                  </a:txBody>
                  <a:tcPr>
                    <a:solidFill>
                      <a:srgbClr val="0D1B4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A2E"/>
                          </a:solidFill>
                          <a:latin typeface="Calibri"/>
                        </a:rPr>
                        <a:t>Input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A2E"/>
                          </a:solidFill>
                          <a:latin typeface="Calibri"/>
                        </a:rPr>
                        <a:t>324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A2E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A2E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A2E"/>
                          </a:solidFill>
                          <a:latin typeface="Calibri"/>
                        </a:rPr>
                        <a:t>Hidden 1</a:t>
                      </a:r>
                    </a:p>
                  </a:txBody>
                  <a:tcPr>
                    <a:solidFill>
                      <a:srgbClr val="E8EC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A2E"/>
                          </a:solidFill>
                          <a:latin typeface="Calibri"/>
                        </a:rPr>
                        <a:t>256</a:t>
                      </a:r>
                    </a:p>
                  </a:txBody>
                  <a:tcPr>
                    <a:solidFill>
                      <a:srgbClr val="E8EC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A2E"/>
                          </a:solidFill>
                          <a:latin typeface="Calibri"/>
                        </a:rPr>
                        <a:t>ReLU</a:t>
                      </a:r>
                    </a:p>
                  </a:txBody>
                  <a:tcPr>
                    <a:solidFill>
                      <a:srgbClr val="E8EC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A2E"/>
                          </a:solidFill>
                          <a:latin typeface="Calibri"/>
                        </a:rPr>
                        <a:t>324x256 + 256 = 83,456</a:t>
                      </a:r>
                    </a:p>
                  </a:txBody>
                  <a:tcPr>
                    <a:solidFill>
                      <a:srgbClr val="E8EC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A2E"/>
                          </a:solidFill>
                          <a:latin typeface="Calibri"/>
                        </a:rPr>
                        <a:t>Hidden 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A2E"/>
                          </a:solidFill>
                          <a:latin typeface="Calibri"/>
                        </a:rPr>
                        <a:t>256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A2E"/>
                          </a:solidFill>
                          <a:latin typeface="Calibri"/>
                        </a:rPr>
                        <a:t>ReLU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A2E"/>
                          </a:solidFill>
                          <a:latin typeface="Calibri"/>
                        </a:rPr>
                        <a:t>256x256 + 256 = 65,792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A2E"/>
                          </a:solidFill>
                          <a:latin typeface="Calibri"/>
                        </a:rPr>
                        <a:t>Hidden 3</a:t>
                      </a:r>
                    </a:p>
                  </a:txBody>
                  <a:tcPr>
                    <a:solidFill>
                      <a:srgbClr val="E8EC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A2E"/>
                          </a:solidFill>
                          <a:latin typeface="Calibri"/>
                        </a:rPr>
                        <a:t>128</a:t>
                      </a:r>
                    </a:p>
                  </a:txBody>
                  <a:tcPr>
                    <a:solidFill>
                      <a:srgbClr val="E8EC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A2E"/>
                          </a:solidFill>
                          <a:latin typeface="Calibri"/>
                        </a:rPr>
                        <a:t>ReLU</a:t>
                      </a:r>
                    </a:p>
                  </a:txBody>
                  <a:tcPr>
                    <a:solidFill>
                      <a:srgbClr val="E8EC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A2E"/>
                          </a:solidFill>
                          <a:latin typeface="Calibri"/>
                        </a:rPr>
                        <a:t>256x128 + 128 = 32,896</a:t>
                      </a:r>
                    </a:p>
                  </a:txBody>
                  <a:tcPr>
                    <a:solidFill>
                      <a:srgbClr val="E8EC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A2E"/>
                          </a:solidFill>
                          <a:latin typeface="Calibri"/>
                        </a:rPr>
                        <a:t>Output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A2E"/>
                          </a:solidFill>
                          <a:latin typeface="Calibri"/>
                        </a:rPr>
                        <a:t>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A2E"/>
                          </a:solidFill>
                          <a:latin typeface="Calibri"/>
                        </a:rPr>
                        <a:t>Softmax*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A2E"/>
                          </a:solidFill>
                          <a:latin typeface="Calibri"/>
                        </a:rPr>
                        <a:t>128x18  + 18  =  2,322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A2E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>
                    <a:solidFill>
                      <a:srgbClr val="E8EC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A2E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E8EC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A2E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E8EC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A2E"/>
                          </a:solidFill>
                          <a:latin typeface="Calibri"/>
                        </a:rPr>
                        <a:t>~184,466 params</a:t>
                      </a:r>
                    </a:p>
                  </a:txBody>
                  <a:tcPr>
                    <a:solidFill>
                      <a:srgbClr val="E8ECF8"/>
                    </a:solidFill>
                  </a:tcPr>
                </a:tc>
              </a:tr>
            </a:tbl>
          </a:graphicData>
        </a:graphic>
      </p:graphicFrame>
      <p:pic>
        <p:nvPicPr>
          <p:cNvPr id="8" name="Picture 7" descr="fig_02_mlp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914400"/>
            <a:ext cx="4572000" cy="221617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49808"/>
          </a:xfrm>
          <a:prstGeom prst="rect">
            <a:avLst/>
          </a:prstGeom>
          <a:solidFill>
            <a:srgbClr val="0D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54864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Dataset Generation - Expert Imitation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548640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BBBBDD"/>
                </a:solidFill>
                <a:latin typeface="Calibri"/>
              </a:rPr>
              <a:t>Training labels come from a BFS expert solver; each sample is (state, next_move)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914400"/>
            <a:ext cx="4114800" cy="274320"/>
          </a:xfrm>
          <a:prstGeom prst="rect">
            <a:avLst/>
          </a:prstGeom>
          <a:solidFill>
            <a:srgbClr val="0D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47472" y="932688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How one training sample is created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280160"/>
            <a:ext cx="5486400" cy="2331720"/>
          </a:xfrm>
          <a:prstGeom prst="rect">
            <a:avLst/>
          </a:prstGeom>
          <a:solidFill>
            <a:srgbClr val="E8ECF8"/>
          </a:solidFill>
          <a:ln>
            <a:solidFill>
              <a:srgbClr val="AABB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353312"/>
            <a:ext cx="5212080" cy="21854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0D1B4B"/>
                </a:solidFill>
                <a:latin typeface="Consolas"/>
              </a:rPr>
              <a:t>1.  Scramble solved cube with d random moves</a:t>
            </a:r>
          </a:p>
          <a:p>
            <a:pPr algn="l"/>
            <a:r>
              <a:rPr sz="1100">
                <a:solidFill>
                  <a:srgbClr val="0D1B4B"/>
                </a:solidFill>
                <a:latin typeface="Consolas"/>
              </a:rPr>
              <a:t>    scramble = generate_scramble_at_depth(d)</a:t>
            </a:r>
          </a:p>
          <a:p>
            <a:pPr algn="l"/>
            <a:r>
              <a:rPr sz="1100">
                <a:solidFill>
                  <a:srgbClr val="0D1B4B"/>
                </a:solidFill>
                <a:latin typeface="Consolas"/>
              </a:rPr>
              <a:t/>
            </a:r>
          </a:p>
          <a:p>
            <a:pPr algn="l"/>
            <a:r>
              <a:rPr sz="1100">
                <a:solidFill>
                  <a:srgbClr val="0D1B4B"/>
                </a:solidFill>
                <a:latin typeface="Consolas"/>
              </a:rPr>
              <a:t>2.  Ask BFS expert for the full solution</a:t>
            </a:r>
          </a:p>
          <a:p>
            <a:pPr algn="l"/>
            <a:r>
              <a:rPr sz="1100">
                <a:solidFill>
                  <a:srgbClr val="0D1B4B"/>
                </a:solidFill>
                <a:latin typeface="Consolas"/>
              </a:rPr>
              <a:t>    solution = bidirectional_BFS(cube)</a:t>
            </a:r>
          </a:p>
          <a:p>
            <a:pPr algn="l"/>
            <a:r>
              <a:rPr sz="1100">
                <a:solidFill>
                  <a:srgbClr val="0D1B4B"/>
                </a:solidFill>
                <a:latin typeface="Consolas"/>
              </a:rPr>
              <a:t/>
            </a:r>
          </a:p>
          <a:p>
            <a:pPr algn="l"/>
            <a:r>
              <a:rPr sz="1100">
                <a:solidFill>
                  <a:srgbClr val="0D1B4B"/>
                </a:solidFill>
                <a:latin typeface="Consolas"/>
              </a:rPr>
              <a:t>3.  Record first move as label</a:t>
            </a:r>
          </a:p>
          <a:p>
            <a:pPr algn="l"/>
            <a:r>
              <a:rPr sz="1100">
                <a:solidFill>
                  <a:srgbClr val="0D1B4B"/>
                </a:solidFill>
                <a:latin typeface="Consolas"/>
              </a:rPr>
              <a:t>    label = MOVE_TO_INDEX[ solution[0] ]</a:t>
            </a:r>
          </a:p>
          <a:p>
            <a:pPr algn="l"/>
            <a:r>
              <a:rPr sz="1100">
                <a:solidFill>
                  <a:srgbClr val="0D1B4B"/>
                </a:solidFill>
                <a:latin typeface="Consolas"/>
              </a:rPr>
              <a:t/>
            </a:r>
          </a:p>
          <a:p>
            <a:pPr algn="l"/>
            <a:r>
              <a:rPr sz="1100">
                <a:solidFill>
                  <a:srgbClr val="0D1B4B"/>
                </a:solidFill>
                <a:latin typeface="Consolas"/>
              </a:rPr>
              <a:t>4.  Encode cube state as 324-dim vector</a:t>
            </a:r>
          </a:p>
          <a:p>
            <a:pPr algn="l"/>
            <a:r>
              <a:rPr sz="1100">
                <a:solidFill>
                  <a:srgbClr val="0D1B4B"/>
                </a:solidFill>
                <a:latin typeface="Consolas"/>
              </a:rPr>
              <a:t>    state = encode_state(cube)   # float32</a:t>
            </a:r>
          </a:p>
        </p:txBody>
      </p:sp>
      <p:sp>
        <p:nvSpPr>
          <p:cNvPr id="9" name="Rectangle 8"/>
          <p:cNvSpPr/>
          <p:nvPr/>
        </p:nvSpPr>
        <p:spPr>
          <a:xfrm>
            <a:off x="6035040" y="914400"/>
            <a:ext cx="3200400" cy="274320"/>
          </a:xfrm>
          <a:prstGeom prst="rect">
            <a:avLst/>
          </a:prstGeom>
          <a:solidFill>
            <a:srgbClr val="0D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08192" y="932688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Dataset at each depth level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035040" y="1280160"/>
          <a:ext cx="5852160" cy="31272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1463040"/>
                <a:gridCol w="1463040"/>
                <a:gridCol w="1463040"/>
              </a:tblGrid>
              <a:tr h="347472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Depth</a:t>
                      </a:r>
                    </a:p>
                  </a:txBody>
                  <a:tcPr>
                    <a:solidFill>
                      <a:srgbClr val="0D1B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New samples</a:t>
                      </a:r>
                    </a:p>
                  </a:txBody>
                  <a:tcPr>
                    <a:solidFill>
                      <a:srgbClr val="0D1B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Kept (20%)</a:t>
                      </a:r>
                    </a:p>
                  </a:txBody>
                  <a:tcPr>
                    <a:solidFill>
                      <a:srgbClr val="0D1B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Total size</a:t>
                      </a:r>
                    </a:p>
                  </a:txBody>
                  <a:tcPr>
                    <a:solidFill>
                      <a:srgbClr val="0D1B4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A2E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A2E"/>
                          </a:solidFill>
                          <a:latin typeface="Calibri"/>
                        </a:rPr>
                        <a:t>1,000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A2E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A2E"/>
                          </a:solidFill>
                          <a:latin typeface="Calibri"/>
                        </a:rPr>
                        <a:t>1,000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A2E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E8EC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A2E"/>
                          </a:solidFill>
                          <a:latin typeface="Calibri"/>
                        </a:rPr>
                        <a:t>1,000</a:t>
                      </a:r>
                    </a:p>
                  </a:txBody>
                  <a:tcPr>
                    <a:solidFill>
                      <a:srgbClr val="E8EC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A2E"/>
                          </a:solidFill>
                          <a:latin typeface="Calibri"/>
                        </a:rPr>
                        <a:t>200</a:t>
                      </a:r>
                    </a:p>
                  </a:txBody>
                  <a:tcPr>
                    <a:solidFill>
                      <a:srgbClr val="E8EC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A2E"/>
                          </a:solidFill>
                          <a:latin typeface="Calibri"/>
                        </a:rPr>
                        <a:t>1,200</a:t>
                      </a:r>
                    </a:p>
                  </a:txBody>
                  <a:tcPr>
                    <a:solidFill>
                      <a:srgbClr val="E8ECF8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A2E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A2E"/>
                          </a:solidFill>
                          <a:latin typeface="Calibri"/>
                        </a:rPr>
                        <a:t>1,000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A2E"/>
                          </a:solidFill>
                          <a:latin typeface="Calibri"/>
                        </a:rPr>
                        <a:t>240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A2E"/>
                          </a:solidFill>
                          <a:latin typeface="Calibri"/>
                        </a:rPr>
                        <a:t>1,240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A2E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E8EC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A2E"/>
                          </a:solidFill>
                          <a:latin typeface="Calibri"/>
                        </a:rPr>
                        <a:t>1,000</a:t>
                      </a:r>
                    </a:p>
                  </a:txBody>
                  <a:tcPr>
                    <a:solidFill>
                      <a:srgbClr val="E8EC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A2E"/>
                          </a:solidFill>
                          <a:latin typeface="Calibri"/>
                        </a:rPr>
                        <a:t>248</a:t>
                      </a:r>
                    </a:p>
                  </a:txBody>
                  <a:tcPr>
                    <a:solidFill>
                      <a:srgbClr val="E8EC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A2E"/>
                          </a:solidFill>
                          <a:latin typeface="Calibri"/>
                        </a:rPr>
                        <a:t>1,248</a:t>
                      </a:r>
                    </a:p>
                  </a:txBody>
                  <a:tcPr>
                    <a:solidFill>
                      <a:srgbClr val="E8ECF8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A2E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A2E"/>
                          </a:solidFill>
                          <a:latin typeface="Calibri"/>
                        </a:rPr>
                        <a:t>1,000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A2E"/>
                          </a:solidFill>
                          <a:latin typeface="Calibri"/>
                        </a:rPr>
                        <a:t>250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A2E"/>
                          </a:solidFill>
                          <a:latin typeface="Calibri"/>
                        </a:rPr>
                        <a:t>1,250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A2E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>
                    <a:solidFill>
                      <a:srgbClr val="E8EC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A2E"/>
                          </a:solidFill>
                          <a:latin typeface="Calibri"/>
                        </a:rPr>
                        <a:t>1,000</a:t>
                      </a:r>
                    </a:p>
                  </a:txBody>
                  <a:tcPr>
                    <a:solidFill>
                      <a:srgbClr val="E8EC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A2E"/>
                          </a:solidFill>
                          <a:latin typeface="Calibri"/>
                        </a:rPr>
                        <a:t>250</a:t>
                      </a:r>
                    </a:p>
                  </a:txBody>
                  <a:tcPr>
                    <a:solidFill>
                      <a:srgbClr val="E8EC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A2E"/>
                          </a:solidFill>
                          <a:latin typeface="Calibri"/>
                        </a:rPr>
                        <a:t>1,250</a:t>
                      </a:r>
                    </a:p>
                  </a:txBody>
                  <a:tcPr>
                    <a:solidFill>
                      <a:srgbClr val="E8ECF8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A2E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A2E"/>
                          </a:solidFill>
                          <a:latin typeface="Calibri"/>
                        </a:rPr>
                        <a:t>1,000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A2E"/>
                          </a:solidFill>
                          <a:latin typeface="Calibri"/>
                        </a:rPr>
                        <a:t>250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A2E"/>
                          </a:solidFill>
                          <a:latin typeface="Calibri"/>
                        </a:rPr>
                        <a:t>1,250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A2E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>
                    <a:solidFill>
                      <a:srgbClr val="E8EC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A2E"/>
                          </a:solidFill>
                          <a:latin typeface="Calibri"/>
                        </a:rPr>
                        <a:t>1,000</a:t>
                      </a:r>
                    </a:p>
                  </a:txBody>
                  <a:tcPr>
                    <a:solidFill>
                      <a:srgbClr val="E8EC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A2E"/>
                          </a:solidFill>
                          <a:latin typeface="Calibri"/>
                        </a:rPr>
                        <a:t>250</a:t>
                      </a:r>
                    </a:p>
                  </a:txBody>
                  <a:tcPr>
                    <a:solidFill>
                      <a:srgbClr val="E8EC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A2E"/>
                          </a:solidFill>
                          <a:latin typeface="Calibri"/>
                        </a:rPr>
                        <a:t>1,250</a:t>
                      </a:r>
                    </a:p>
                  </a:txBody>
                  <a:tcPr>
                    <a:solidFill>
                      <a:srgbClr val="E8ECF8"/>
                    </a:solidFill>
                  </a:tcPr>
                </a:tc>
              </a:tr>
            </a:tbl>
          </a:graphicData>
        </a:graphic>
      </p:graphicFrame>
      <p:sp>
        <p:nvSpPr>
          <p:cNvPr id="12" name="Rectangle 11"/>
          <p:cNvSpPr/>
          <p:nvPr/>
        </p:nvSpPr>
        <p:spPr>
          <a:xfrm>
            <a:off x="274320" y="3794760"/>
            <a:ext cx="2743200" cy="274320"/>
          </a:xfrm>
          <a:prstGeom prst="rect">
            <a:avLst/>
          </a:prstGeom>
          <a:solidFill>
            <a:srgbClr val="0D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7472" y="3813048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80% replacement rule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4160520"/>
            <a:ext cx="5486400" cy="1325880"/>
          </a:xfrm>
          <a:prstGeom prst="rect">
            <a:avLst/>
          </a:prstGeom>
          <a:solidFill>
            <a:srgbClr val="E8ECF8"/>
          </a:solidFill>
          <a:ln>
            <a:solidFill>
              <a:srgbClr val="AABB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1480" y="4233672"/>
            <a:ext cx="5212080" cy="11795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0D1B4B"/>
                </a:solidFill>
                <a:latin typeface="Consolas"/>
              </a:rPr>
              <a:t>D(d+1) = NewSamples(d+1)  ∪  Sample(D(d), keep=0.20)</a:t>
            </a:r>
          </a:p>
          <a:p>
            <a:pPr algn="l"/>
            <a:r>
              <a:rPr sz="1200">
                <a:solidFill>
                  <a:srgbClr val="0D1B4B"/>
                </a:solidFill>
                <a:latin typeface="Consolas"/>
              </a:rPr>
              <a:t/>
            </a:r>
          </a:p>
          <a:p>
            <a:pPr algn="l"/>
            <a:r>
              <a:rPr sz="1200">
                <a:solidFill>
                  <a:srgbClr val="0D1B4B"/>
                </a:solidFill>
                <a:latin typeface="Consolas"/>
              </a:rPr>
              <a:t># Prevents easy depths from dominating the loss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" y="5623560"/>
            <a:ext cx="11612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555577"/>
                </a:solidFill>
                <a:latin typeface="Calibri"/>
              </a:rPr>
              <a:t>Files saved: data/datasets/dataset_depth_N.npz  (arrays: states, labels, depths)  |  BFS timeout per sample: 5 s  |  Failed samples skipped (skip rate near zero for depth &lt;= 5)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49808"/>
          </a:xfrm>
          <a:prstGeom prst="rect">
            <a:avLst/>
          </a:prstGeom>
          <a:solidFill>
            <a:srgbClr val="0D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54864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Curriculum Learning and Training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548640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BBBBDD"/>
                </a:solidFill>
                <a:latin typeface="Calibri"/>
              </a:rPr>
              <a:t>Start easy, get harder - advance only when the model is ready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914400"/>
            <a:ext cx="2286000" cy="274320"/>
          </a:xfrm>
          <a:prstGeom prst="rect">
            <a:avLst/>
          </a:prstGeom>
          <a:solidFill>
            <a:srgbClr val="0D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47472" y="932688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Training loop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280160"/>
            <a:ext cx="5486400" cy="3337560"/>
          </a:xfrm>
          <a:prstGeom prst="rect">
            <a:avLst/>
          </a:prstGeom>
          <a:solidFill>
            <a:srgbClr val="E8ECF8"/>
          </a:solidFill>
          <a:ln>
            <a:solidFill>
              <a:srgbClr val="AABB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353312"/>
            <a:ext cx="5212080" cy="31912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0D1B4B"/>
                </a:solidFill>
                <a:latin typeface="Consolas"/>
              </a:rPr>
              <a:t>for d in range(1, max_depth + 1):</a:t>
            </a:r>
          </a:p>
          <a:p>
            <a:pPr algn="l"/>
            <a:r>
              <a:rPr sz="1100">
                <a:solidFill>
                  <a:srgbClr val="0D1B4B"/>
                </a:solidFill>
                <a:latin typeface="Consolas"/>
              </a:rPr>
              <a:t/>
            </a:r>
          </a:p>
          <a:p>
            <a:pPr algn="l"/>
            <a:r>
              <a:rPr sz="1100">
                <a:solidFill>
                  <a:srgbClr val="0D1B4B"/>
                </a:solidFill>
                <a:latin typeface="Consolas"/>
              </a:rPr>
              <a:t>    # 1. Generate curriculum dataset</a:t>
            </a:r>
          </a:p>
          <a:p>
            <a:pPr algn="l"/>
            <a:r>
              <a:rPr sz="1100">
                <a:solidFill>
                  <a:srgbClr val="0D1B4B"/>
                </a:solidFill>
                <a:latin typeface="Consolas"/>
              </a:rPr>
              <a:t>    states, labels = gen_dataset(d)</a:t>
            </a:r>
          </a:p>
          <a:p>
            <a:pPr algn="l"/>
            <a:r>
              <a:rPr sz="1100">
                <a:solidFill>
                  <a:srgbClr val="0D1B4B"/>
                </a:solidFill>
                <a:latin typeface="Consolas"/>
              </a:rPr>
              <a:t/>
            </a:r>
          </a:p>
          <a:p>
            <a:pPr algn="l"/>
            <a:r>
              <a:rPr sz="1100">
                <a:solidFill>
                  <a:srgbClr val="0D1B4B"/>
                </a:solidFill>
                <a:latin typeface="Consolas"/>
              </a:rPr>
              <a:t>    # 2. Train for fixed epochs</a:t>
            </a:r>
          </a:p>
          <a:p>
            <a:pPr algn="l"/>
            <a:r>
              <a:rPr sz="1100">
                <a:solidFill>
                  <a:srgbClr val="0D1B4B"/>
                </a:solidFill>
                <a:latin typeface="Consolas"/>
              </a:rPr>
              <a:t>    for epoch in range(epochs_per_depth):</a:t>
            </a:r>
          </a:p>
          <a:p>
            <a:pPr algn="l"/>
            <a:r>
              <a:rPr sz="1100">
                <a:solidFill>
                  <a:srgbClr val="0D1B4B"/>
                </a:solidFill>
                <a:latin typeface="Consolas"/>
              </a:rPr>
              <a:t>        L = CrossEntropy(model(states), labels)</a:t>
            </a:r>
          </a:p>
          <a:p>
            <a:pPr algn="l"/>
            <a:r>
              <a:rPr sz="1100">
                <a:solidFill>
                  <a:srgbClr val="0D1B4B"/>
                </a:solidFill>
                <a:latin typeface="Consolas"/>
              </a:rPr>
              <a:t>        L.backward();  optimizer.step()</a:t>
            </a:r>
          </a:p>
          <a:p>
            <a:pPr algn="l"/>
            <a:r>
              <a:rPr sz="1100">
                <a:solidFill>
                  <a:srgbClr val="0D1B4B"/>
                </a:solidFill>
                <a:latin typeface="Consolas"/>
              </a:rPr>
              <a:t/>
            </a:r>
          </a:p>
          <a:p>
            <a:pPr algn="l"/>
            <a:r>
              <a:rPr sz="1100">
                <a:solidFill>
                  <a:srgbClr val="0D1B4B"/>
                </a:solidFill>
                <a:latin typeface="Consolas"/>
              </a:rPr>
              <a:t>    # 3. Gate: only advance if ready</a:t>
            </a:r>
          </a:p>
          <a:p>
            <a:pPr algn="l"/>
            <a:r>
              <a:rPr sz="1100">
                <a:solidFill>
                  <a:srgbClr val="0D1B4B"/>
                </a:solidFill>
                <a:latin typeface="Consolas"/>
              </a:rPr>
              <a:t>    rate = solve_rate(model, depth=d, n=100)</a:t>
            </a:r>
          </a:p>
          <a:p>
            <a:pPr algn="l"/>
            <a:r>
              <a:rPr sz="1100">
                <a:solidFill>
                  <a:srgbClr val="0D1B4B"/>
                </a:solidFill>
                <a:latin typeface="Consolas"/>
              </a:rPr>
              <a:t>    if rate &lt; threshold:  break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0" y="914400"/>
            <a:ext cx="2743200" cy="274320"/>
          </a:xfrm>
          <a:prstGeom prst="rect">
            <a:avLst/>
          </a:prstGeom>
          <a:solidFill>
            <a:srgbClr val="0D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16752" y="932688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Key hyperparameters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943600" y="1280160"/>
          <a:ext cx="59436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1200"/>
                <a:gridCol w="1981200"/>
                <a:gridCol w="1981200"/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Parameter</a:t>
                      </a:r>
                    </a:p>
                  </a:txBody>
                  <a:tcPr>
                    <a:solidFill>
                      <a:srgbClr val="0D1B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Value</a:t>
                      </a:r>
                    </a:p>
                  </a:txBody>
                  <a:tcPr>
                    <a:solidFill>
                      <a:srgbClr val="0D1B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Notes</a:t>
                      </a:r>
                    </a:p>
                  </a:txBody>
                  <a:tcPr>
                    <a:solidFill>
                      <a:srgbClr val="0D1B4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A2E"/>
                          </a:solidFill>
                          <a:latin typeface="Calibri"/>
                        </a:rPr>
                        <a:t>Optimiser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A2E"/>
                          </a:solidFill>
                          <a:latin typeface="Calibri"/>
                        </a:rPr>
                        <a:t>Adam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A2E"/>
                          </a:solidFill>
                          <a:latin typeface="Calibri"/>
                        </a:rPr>
                        <a:t>lr=0.001, betas=(0.9, 0.999)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A2E"/>
                          </a:solidFill>
                          <a:latin typeface="Calibri"/>
                        </a:rPr>
                        <a:t>Loss</a:t>
                      </a:r>
                    </a:p>
                  </a:txBody>
                  <a:tcPr>
                    <a:solidFill>
                      <a:srgbClr val="E8EC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A2E"/>
                          </a:solidFill>
                          <a:latin typeface="Calibri"/>
                        </a:rPr>
                        <a:t>CE</a:t>
                      </a:r>
                    </a:p>
                  </a:txBody>
                  <a:tcPr>
                    <a:solidFill>
                      <a:srgbClr val="E8EC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A2E"/>
                          </a:solidFill>
                          <a:latin typeface="Calibri"/>
                        </a:rPr>
                        <a:t>CrossEntropyLoss (raw logits)</a:t>
                      </a:r>
                    </a:p>
                  </a:txBody>
                  <a:tcPr>
                    <a:solidFill>
                      <a:srgbClr val="E8EC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A2E"/>
                          </a:solidFill>
                          <a:latin typeface="Calibri"/>
                        </a:rPr>
                        <a:t>Batch size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A2E"/>
                          </a:solidFill>
                          <a:latin typeface="Calibri"/>
                        </a:rPr>
                        <a:t>64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A2E"/>
                          </a:solidFill>
                          <a:latin typeface="Calibri"/>
                        </a:rPr>
                        <a:t>Shuffled each epoch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A2E"/>
                          </a:solidFill>
                          <a:latin typeface="Calibri"/>
                        </a:rPr>
                        <a:t>Epochs/depth</a:t>
                      </a:r>
                    </a:p>
                  </a:txBody>
                  <a:tcPr>
                    <a:solidFill>
                      <a:srgbClr val="E8EC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A2E"/>
                          </a:solidFill>
                          <a:latin typeface="Calibri"/>
                        </a:rPr>
                        <a:t>50</a:t>
                      </a:r>
                    </a:p>
                  </a:txBody>
                  <a:tcPr>
                    <a:solidFill>
                      <a:srgbClr val="E8EC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A2E"/>
                          </a:solidFill>
                          <a:latin typeface="Calibri"/>
                        </a:rPr>
                        <a:t>Configurable via CLI</a:t>
                      </a:r>
                    </a:p>
                  </a:txBody>
                  <a:tcPr>
                    <a:solidFill>
                      <a:srgbClr val="E8EC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A2E"/>
                          </a:solidFill>
                          <a:latin typeface="Calibri"/>
                        </a:rPr>
                        <a:t>Samples/depth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A2E"/>
                          </a:solidFill>
                          <a:latin typeface="Calibri"/>
                        </a:rPr>
                        <a:t>1,000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A2E"/>
                          </a:solidFill>
                          <a:latin typeface="Calibri"/>
                        </a:rPr>
                        <a:t>--samples flag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A2E"/>
                          </a:solidFill>
                          <a:latin typeface="Calibri"/>
                        </a:rPr>
                        <a:t>Solve threshold</a:t>
                      </a:r>
                    </a:p>
                  </a:txBody>
                  <a:tcPr>
                    <a:solidFill>
                      <a:srgbClr val="E8EC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AA2222"/>
                          </a:solidFill>
                          <a:latin typeface="Calibri"/>
                        </a:rPr>
                        <a:t>80%</a:t>
                      </a:r>
                    </a:p>
                  </a:txBody>
                  <a:tcPr>
                    <a:solidFill>
                      <a:srgbClr val="E8EC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A2E"/>
                          </a:solidFill>
                          <a:latin typeface="Calibri"/>
                        </a:rPr>
                        <a:t>Min rate to advance depth</a:t>
                      </a:r>
                    </a:p>
                  </a:txBody>
                  <a:tcPr>
                    <a:solidFill>
                      <a:srgbClr val="E8EC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A2E"/>
                          </a:solidFill>
                          <a:latin typeface="Calibri"/>
                        </a:rPr>
                        <a:t>Max depth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A2E"/>
                          </a:solidFill>
                          <a:latin typeface="Calibri"/>
                        </a:rPr>
                        <a:t>5 (def)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A2E"/>
                          </a:solidFill>
                          <a:latin typeface="Calibri"/>
                        </a:rPr>
                        <a:t>Configurable, pre-trained to 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12" name="Picture 11" descr="real_loss_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4434840"/>
            <a:ext cx="5943600" cy="2924033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943600" y="6446520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555577"/>
                </a:solidFill>
                <a:latin typeface="Calibri"/>
              </a:rPr>
              <a:t>Training loss across depth levels. Spike at each depth transition is expected.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49808"/>
          </a:xfrm>
          <a:prstGeom prst="rect">
            <a:avLst/>
          </a:prstGeom>
          <a:solidFill>
            <a:srgbClr val="0D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54864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Evaluation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548640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BBBBDD"/>
                </a:solidFill>
                <a:latin typeface="Calibri"/>
              </a:rPr>
              <a:t>100 test cases per depth, max 50 moves allowed, fixed random seed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914400"/>
            <a:ext cx="4572000" cy="274320"/>
          </a:xfrm>
          <a:prstGeom prst="rect">
            <a:avLst/>
          </a:prstGeom>
          <a:solidFill>
            <a:srgbClr val="0D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47472" y="932688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Solve rates and average solution length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274320" y="1280160"/>
          <a:ext cx="11612880" cy="34564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35480"/>
                <a:gridCol w="1935480"/>
                <a:gridCol w="1935480"/>
                <a:gridCol w="1935480"/>
                <a:gridCol w="1935480"/>
                <a:gridCol w="1935480"/>
              </a:tblGrid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Depth</a:t>
                      </a:r>
                    </a:p>
                  </a:txBody>
                  <a:tcPr>
                    <a:solidFill>
                      <a:srgbClr val="0D1B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Greedy rate</a:t>
                      </a:r>
                    </a:p>
                  </a:txBody>
                  <a:tcPr>
                    <a:solidFill>
                      <a:srgbClr val="0D1B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Greedy avg moves</a:t>
                      </a:r>
                    </a:p>
                  </a:txBody>
                  <a:tcPr>
                    <a:solidFill>
                      <a:srgbClr val="0D1B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Beam (w=5) rate</a:t>
                      </a:r>
                    </a:p>
                  </a:txBody>
                  <a:tcPr>
                    <a:solidFill>
                      <a:srgbClr val="0D1B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Beam avg moves</a:t>
                      </a:r>
                    </a:p>
                  </a:txBody>
                  <a:tcPr>
                    <a:solidFill>
                      <a:srgbClr val="0D1B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Beam avg time</a:t>
                      </a:r>
                    </a:p>
                  </a:txBody>
                  <a:tcPr>
                    <a:solidFill>
                      <a:srgbClr val="0D1B4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A2E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7A40"/>
                          </a:solidFill>
                          <a:latin typeface="Calibri"/>
                        </a:rPr>
                        <a:t>100%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A2E"/>
                          </a:solidFill>
                          <a:latin typeface="Calibri"/>
                        </a:rPr>
                        <a:t>1.0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7A40"/>
                          </a:solidFill>
                          <a:latin typeface="Calibri"/>
                        </a:rPr>
                        <a:t>100%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A2E"/>
                          </a:solidFill>
                          <a:latin typeface="Calibri"/>
                        </a:rPr>
                        <a:t>1.0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A2E"/>
                          </a:solidFill>
                          <a:latin typeface="Calibri"/>
                        </a:rPr>
                        <a:t>0.5 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A2E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E8EC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7A40"/>
                          </a:solidFill>
                          <a:latin typeface="Calibri"/>
                        </a:rPr>
                        <a:t>100%</a:t>
                      </a:r>
                    </a:p>
                  </a:txBody>
                  <a:tcPr>
                    <a:solidFill>
                      <a:srgbClr val="E8EC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A2E"/>
                          </a:solidFill>
                          <a:latin typeface="Calibri"/>
                        </a:rPr>
                        <a:t>2.0</a:t>
                      </a:r>
                    </a:p>
                  </a:txBody>
                  <a:tcPr>
                    <a:solidFill>
                      <a:srgbClr val="E8EC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7A40"/>
                          </a:solidFill>
                          <a:latin typeface="Calibri"/>
                        </a:rPr>
                        <a:t>100%</a:t>
                      </a:r>
                    </a:p>
                  </a:txBody>
                  <a:tcPr>
                    <a:solidFill>
                      <a:srgbClr val="E8EC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A2E"/>
                          </a:solidFill>
                          <a:latin typeface="Calibri"/>
                        </a:rPr>
                        <a:t>2.0</a:t>
                      </a:r>
                    </a:p>
                  </a:txBody>
                  <a:tcPr>
                    <a:solidFill>
                      <a:srgbClr val="E8EC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A2E"/>
                          </a:solidFill>
                          <a:latin typeface="Calibri"/>
                        </a:rPr>
                        <a:t>1.0 ms</a:t>
                      </a:r>
                    </a:p>
                  </a:txBody>
                  <a:tcPr>
                    <a:solidFill>
                      <a:srgbClr val="E8EC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A2E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7A40"/>
                          </a:solidFill>
                          <a:latin typeface="Calibri"/>
                        </a:rPr>
                        <a:t>100%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A2E"/>
                          </a:solidFill>
                          <a:latin typeface="Calibri"/>
                        </a:rPr>
                        <a:t>3.0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7A40"/>
                          </a:solidFill>
                          <a:latin typeface="Calibri"/>
                        </a:rPr>
                        <a:t>100%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A2E"/>
                          </a:solidFill>
                          <a:latin typeface="Calibri"/>
                        </a:rPr>
                        <a:t>3.0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A2E"/>
                          </a:solidFill>
                          <a:latin typeface="Calibri"/>
                        </a:rPr>
                        <a:t>4.4 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A2E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E8EC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A2E"/>
                          </a:solidFill>
                          <a:latin typeface="Calibri"/>
                        </a:rPr>
                        <a:t>97%</a:t>
                      </a:r>
                    </a:p>
                  </a:txBody>
                  <a:tcPr>
                    <a:solidFill>
                      <a:srgbClr val="E8EC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A2E"/>
                          </a:solidFill>
                          <a:latin typeface="Calibri"/>
                        </a:rPr>
                        <a:t>4.0</a:t>
                      </a:r>
                    </a:p>
                  </a:txBody>
                  <a:tcPr>
                    <a:solidFill>
                      <a:srgbClr val="E8EC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A2E"/>
                          </a:solidFill>
                          <a:latin typeface="Calibri"/>
                        </a:rPr>
                        <a:t>98%</a:t>
                      </a:r>
                    </a:p>
                  </a:txBody>
                  <a:tcPr>
                    <a:solidFill>
                      <a:srgbClr val="E8EC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A2E"/>
                          </a:solidFill>
                          <a:latin typeface="Calibri"/>
                        </a:rPr>
                        <a:t>4.0</a:t>
                      </a:r>
                    </a:p>
                  </a:txBody>
                  <a:tcPr>
                    <a:solidFill>
                      <a:srgbClr val="E8EC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A2E"/>
                          </a:solidFill>
                          <a:latin typeface="Calibri"/>
                        </a:rPr>
                        <a:t>7.2 ms</a:t>
                      </a:r>
                    </a:p>
                  </a:txBody>
                  <a:tcPr>
                    <a:solidFill>
                      <a:srgbClr val="E8EC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A2E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A2E"/>
                          </a:solidFill>
                          <a:latin typeface="Calibri"/>
                        </a:rPr>
                        <a:t>77%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A2E"/>
                          </a:solidFill>
                          <a:latin typeface="Calibri"/>
                        </a:rPr>
                        <a:t>5.1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A2E"/>
                          </a:solidFill>
                          <a:latin typeface="Calibri"/>
                        </a:rPr>
                        <a:t>89%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A2E"/>
                          </a:solidFill>
                          <a:latin typeface="Calibri"/>
                        </a:rPr>
                        <a:t>5.1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A2E"/>
                          </a:solidFill>
                          <a:latin typeface="Calibri"/>
                        </a:rPr>
                        <a:t>11.1 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A2E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>
                    <a:solidFill>
                      <a:srgbClr val="E8EC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A2E"/>
                          </a:solidFill>
                          <a:latin typeface="Calibri"/>
                        </a:rPr>
                        <a:t>31%</a:t>
                      </a:r>
                    </a:p>
                  </a:txBody>
                  <a:tcPr>
                    <a:solidFill>
                      <a:srgbClr val="E8EC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A2E"/>
                          </a:solidFill>
                          <a:latin typeface="Calibri"/>
                        </a:rPr>
                        <a:t>6.1</a:t>
                      </a:r>
                    </a:p>
                  </a:txBody>
                  <a:tcPr>
                    <a:solidFill>
                      <a:srgbClr val="E8EC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AA2222"/>
                          </a:solidFill>
                          <a:latin typeface="Calibri"/>
                        </a:rPr>
                        <a:t>50%</a:t>
                      </a:r>
                    </a:p>
                  </a:txBody>
                  <a:tcPr>
                    <a:solidFill>
                      <a:srgbClr val="E8EC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A2E"/>
                          </a:solidFill>
                          <a:latin typeface="Calibri"/>
                        </a:rPr>
                        <a:t>6.9</a:t>
                      </a:r>
                    </a:p>
                  </a:txBody>
                  <a:tcPr>
                    <a:solidFill>
                      <a:srgbClr val="E8EC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A2E"/>
                          </a:solidFill>
                          <a:latin typeface="Calibri"/>
                        </a:rPr>
                        <a:t>17.9 ms</a:t>
                      </a:r>
                    </a:p>
                  </a:txBody>
                  <a:tcPr>
                    <a:solidFill>
                      <a:srgbClr val="E8EC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A2E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A2E"/>
                          </a:solidFill>
                          <a:latin typeface="Calibri"/>
                        </a:rPr>
                        <a:t>13%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A2E"/>
                          </a:solidFill>
                          <a:latin typeface="Calibri"/>
                        </a:rPr>
                        <a:t>7.0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A2E"/>
                          </a:solidFill>
                          <a:latin typeface="Calibri"/>
                        </a:rPr>
                        <a:t>23%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A2E"/>
                          </a:solidFill>
                          <a:latin typeface="Calibri"/>
                        </a:rPr>
                        <a:t>9.6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A2E"/>
                          </a:solidFill>
                          <a:latin typeface="Calibri"/>
                        </a:rPr>
                        <a:t>30.2 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A2E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>
                    <a:solidFill>
                      <a:srgbClr val="E8EC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A2E"/>
                          </a:solidFill>
                          <a:latin typeface="Calibri"/>
                        </a:rPr>
                        <a:t>3%</a:t>
                      </a:r>
                    </a:p>
                  </a:txBody>
                  <a:tcPr>
                    <a:solidFill>
                      <a:srgbClr val="E8EC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A2E"/>
                          </a:solidFill>
                          <a:latin typeface="Calibri"/>
                        </a:rPr>
                        <a:t>8.7</a:t>
                      </a:r>
                    </a:p>
                  </a:txBody>
                  <a:tcPr>
                    <a:solidFill>
                      <a:srgbClr val="E8EC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A2E"/>
                          </a:solidFill>
                          <a:latin typeface="Calibri"/>
                        </a:rPr>
                        <a:t>9%</a:t>
                      </a:r>
                    </a:p>
                  </a:txBody>
                  <a:tcPr>
                    <a:solidFill>
                      <a:srgbClr val="E8EC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A2E"/>
                          </a:solidFill>
                          <a:latin typeface="Calibri"/>
                        </a:rPr>
                        <a:t>9.6</a:t>
                      </a:r>
                    </a:p>
                  </a:txBody>
                  <a:tcPr>
                    <a:solidFill>
                      <a:srgbClr val="E8EC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A2E"/>
                          </a:solidFill>
                          <a:latin typeface="Calibri"/>
                        </a:rPr>
                        <a:t>25.7 ms</a:t>
                      </a:r>
                    </a:p>
                  </a:txBody>
                  <a:tcPr>
                    <a:solidFill>
                      <a:srgbClr val="E8ECF8"/>
                    </a:solidFill>
                  </a:tcPr>
                </a:tc>
              </a:tr>
            </a:tbl>
          </a:graphicData>
        </a:graphic>
      </p:graphicFrame>
      <p:pic>
        <p:nvPicPr>
          <p:cNvPr id="8" name="Picture 7" descr="real_solve_rate_ba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4572000"/>
            <a:ext cx="5760720" cy="2834063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6217920" y="4572000"/>
            <a:ext cx="1828800" cy="1005840"/>
          </a:xfrm>
          <a:prstGeom prst="rect">
            <a:avLst/>
          </a:prstGeom>
          <a:solidFill>
            <a:srgbClr val="E8ECF8"/>
          </a:solidFill>
          <a:ln>
            <a:solidFill>
              <a:srgbClr val="99A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91072" y="4645152"/>
            <a:ext cx="1682496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7A40"/>
                </a:solidFill>
                <a:latin typeface="Calibri"/>
              </a:rPr>
              <a:t>Both solvers: perfect
at depths 1-3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0" y="4572000"/>
            <a:ext cx="1828800" cy="1005840"/>
          </a:xfrm>
          <a:prstGeom prst="rect">
            <a:avLst/>
          </a:prstGeom>
          <a:solidFill>
            <a:srgbClr val="E8ECF8"/>
          </a:solidFill>
          <a:ln>
            <a:solidFill>
              <a:srgbClr val="99A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02752" y="4645152"/>
            <a:ext cx="1682496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A5AAA"/>
                </a:solidFill>
                <a:latin typeface="Calibri"/>
              </a:rPr>
              <a:t>Beam +12pp over
greedy at depth 5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149840" y="4572000"/>
            <a:ext cx="1828800" cy="1005840"/>
          </a:xfrm>
          <a:prstGeom prst="rect">
            <a:avLst/>
          </a:prstGeom>
          <a:solidFill>
            <a:srgbClr val="E8ECF8"/>
          </a:solidFill>
          <a:ln>
            <a:solidFill>
              <a:srgbClr val="99A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222992" y="4645152"/>
            <a:ext cx="1682496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AA2222"/>
                </a:solidFill>
                <a:latin typeface="Calibri"/>
              </a:rPr>
              <a:t>Sharp drop beyond
depth 6 (distribution shift)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FFICEPLUS.THEME" val="template.pptx"/>
</p:tagLst>
</file>

<file path=ppt/theme/theme1.xml><?xml version="1.0" encoding="utf-8"?>
<a:theme xmlns:a="http://schemas.openxmlformats.org/drawingml/2006/main" name="Custom">
  <a:themeElements>
    <a:clrScheme name="OP_001_Biz Presentation_Personal Budgeting_250210_">
      <a:dk1>
        <a:srgbClr val="2F2F2F"/>
      </a:dk1>
      <a:lt1>
        <a:srgbClr val="FFFFFF"/>
      </a:lt1>
      <a:dk2>
        <a:srgbClr val="778495"/>
      </a:dk2>
      <a:lt2>
        <a:srgbClr val="F0F0F0"/>
      </a:lt2>
      <a:accent1>
        <a:srgbClr val="1871CA"/>
      </a:accent1>
      <a:accent2>
        <a:srgbClr val="F6C94C"/>
      </a:accent2>
      <a:accent3>
        <a:srgbClr val="02C9CE"/>
      </a:accent3>
      <a:accent4>
        <a:srgbClr val="92D050"/>
      </a:accent4>
      <a:accent5>
        <a:srgbClr val="8E7EF0"/>
      </a:accent5>
      <a:accent6>
        <a:srgbClr val="D90909"/>
      </a:accent6>
      <a:hlink>
        <a:srgbClr val="ED861F"/>
      </a:hlink>
      <a:folHlink>
        <a:srgbClr val="979797"/>
      </a:folHlink>
    </a:clrScheme>
    <a:fontScheme name="Custom">
      <a:majorFont>
        <a:latin typeface="Segoe UI Black"/>
        <a:ea typeface=""/>
        <a:cs typeface=""/>
      </a:majorFont>
      <a:minorFont>
        <a:latin typeface="Arial"/>
        <a:ea typeface=""/>
        <a:cs typeface=""/>
      </a:minorFont>
    </a:fontScheme>
    <a:fmtScheme name="OfficePLUS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PLUS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TaxCatchAll xmlns="38de0ec0-4312-429b-9ba4-a6f7899b86f2" xsi:nil="true"/>
    <_ip_UnifiedCompliancePolicyProperties xmlns="http://schemas.microsoft.com/sharepoint/v3" xsi:nil="true"/>
    <lcf76f155ced4ddcb4097134ff3c332f xmlns="21705155-b4ce-4c69-95dc-4fd6cb8c5571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867FBBEFD40724CA20725D6B3094130" ma:contentTypeVersion="14" ma:contentTypeDescription="Create a new document." ma:contentTypeScope="" ma:versionID="b563ecc397a77cd5d82b22a852f9d63c">
  <xsd:schema xmlns:xsd="http://www.w3.org/2001/XMLSchema" xmlns:xs="http://www.w3.org/2001/XMLSchema" xmlns:p="http://schemas.microsoft.com/office/2006/metadata/properties" xmlns:ns1="http://schemas.microsoft.com/sharepoint/v3" xmlns:ns2="21705155-b4ce-4c69-95dc-4fd6cb8c5571" xmlns:ns3="38de0ec0-4312-429b-9ba4-a6f7899b86f2" targetNamespace="http://schemas.microsoft.com/office/2006/metadata/properties" ma:root="true" ma:fieldsID="514fef1a96c1431b584933149cb0dc9f" ns1:_="" ns2:_="" ns3:_="">
    <xsd:import namespace="http://schemas.microsoft.com/sharepoint/v3"/>
    <xsd:import namespace="21705155-b4ce-4c69-95dc-4fd6cb8c5571"/>
    <xsd:import namespace="38de0ec0-4312-429b-9ba4-a6f7899b86f2"/>
    <xsd:element name="properties">
      <xsd:complexType>
        <xsd:sequence>
          <xsd:element name="documentManagement">
            <xsd:complexType>
              <xsd:all>
                <xsd:element ref="ns2:lcf76f155ced4ddcb4097134ff3c332f" minOccurs="0"/>
                <xsd:element ref="ns3:TaxCatchAll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ObjectDetectorVersion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BillingMetadata" minOccurs="0"/>
                <xsd:element ref="ns1:_ip_UnifiedCompliancePolicyProperties" minOccurs="0"/>
                <xsd:element ref="ns1:_ip_UnifiedCompliancePolicyUIAc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1705155-b4ce-4c69-95dc-4fd6cb8c5571" elementFormDefault="qualified">
    <xsd:import namespace="http://schemas.microsoft.com/office/2006/documentManagement/types"/>
    <xsd:import namespace="http://schemas.microsoft.com/office/infopath/2007/PartnerControls"/>
    <xsd:element name="lcf76f155ced4ddcb4097134ff3c332f" ma:index="9" nillable="true" ma:taxonomy="true" ma:internalName="lcf76f155ced4ddcb4097134ff3c332f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BillingMetadata" ma:index="19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8de0ec0-4312-429b-9ba4-a6f7899b86f2" elementFormDefault="qualified">
    <xsd:import namespace="http://schemas.microsoft.com/office/2006/documentManagement/types"/>
    <xsd:import namespace="http://schemas.microsoft.com/office/infopath/2007/PartnerControls"/>
    <xsd:element name="TaxCatchAll" ma:index="10" nillable="true" ma:displayName="Taxonomy Catch All Column" ma:hidden="true" ma:list="{61ef2866-7176-4fd6-ae15-58358271bbbc}" ma:internalName="TaxCatchAll" ma:showField="CatchAllData" ma:web="38de0ec0-4312-429b-9ba4-a6f7899b86f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1333B44-FF7C-4DD4-AB3A-1FC68C05FF35}">
  <ds:schemaRefs>
    <ds:schemaRef ds:uri="38de0ec0-4312-429b-9ba4-a6f7899b86f2"/>
    <ds:schemaRef ds:uri="http://purl.org/dc/elements/1.1/"/>
    <ds:schemaRef ds:uri="http://schemas.microsoft.com/office/2006/documentManagement/types"/>
    <ds:schemaRef ds:uri="http://schemas.openxmlformats.org/package/2006/metadata/core-properties"/>
    <ds:schemaRef ds:uri="http://schemas.microsoft.com/sharepoint/v3"/>
    <ds:schemaRef ds:uri="http://purl.org/dc/terms/"/>
    <ds:schemaRef ds:uri="http://purl.org/dc/dcmitype/"/>
    <ds:schemaRef ds:uri="21705155-b4ce-4c69-95dc-4fd6cb8c5571"/>
    <ds:schemaRef ds:uri="http://schemas.microsoft.com/office/infopath/2007/PartnerControls"/>
    <ds:schemaRef ds:uri="http://schemas.microsoft.com/office/2006/metadata/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31DED828-D6B6-42DA-8DEE-DE8638CBB0B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AE86BAD-86C6-47EA-A0F9-642802C2FE2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21705155-b4ce-4c69-95dc-4fd6cb8c5571"/>
    <ds:schemaRef ds:uri="38de0ec0-4312-429b-9ba4-a6f7899b86f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2924</TotalTime>
  <Words>1146</Words>
  <Application>Microsoft Office PowerPoint</Application>
  <PresentationFormat>Widescreen</PresentationFormat>
  <Paragraphs>138</Paragraphs>
  <Slides>10</Slides>
  <Notes>10</Notes>
  <HiddenSlides>0</HiddenSlides>
  <MMClips>1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等线</vt:lpstr>
      <vt:lpstr>Arial</vt:lpstr>
      <vt:lpstr>Cambria Math</vt:lpstr>
      <vt:lpstr>Segoe</vt:lpstr>
      <vt:lpstr>Segoe UI</vt:lpstr>
      <vt:lpstr>Segoe UI Black</vt:lpstr>
      <vt:lpstr>Custom</vt:lpstr>
      <vt:lpstr>AI-Based Optimal Solver for the 3×3 Rubik’s Cube</vt:lpstr>
      <vt:lpstr>One of Many Applications</vt:lpstr>
      <vt:lpstr>The Problem Space</vt:lpstr>
      <vt:lpstr>Why This Project? (The Bigger Picture)</vt:lpstr>
      <vt:lpstr>Building the Foundation (The Simulator)</vt:lpstr>
      <vt:lpstr>Data Generation (The "Teacher")</vt:lpstr>
      <vt:lpstr>The Neural Network Architecture</vt:lpstr>
      <vt:lpstr>Experimental Comparison</vt:lpstr>
      <vt:lpstr>Conclusion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Edward</dc:creator>
  <cp:lastModifiedBy>Edward Ogbei</cp:lastModifiedBy>
  <cp:revision>47</cp:revision>
  <dcterms:modified xsi:type="dcterms:W3CDTF">2026-04-16T04:40:45Z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0x0101001867FBBEFD40724CA20725D6B3094130</vt:lpwstr>
  </property>
  <property fmtid="{D5CDD505-2E9C-101B-9397-08002B2CF9AE}" pid="3" name="MediaServiceImageTags">
    <vt:lpwstr/>
  </property>
  <property fmtid="{D5CDD505-2E9C-101B-9397-08002B2CF9AE}" pid="4" name="MSIP_Label_a0f89cb5-682d-4be4-b0e0-739c9b4a93d4_Enabled">
    <vt:lpwstr>true</vt:lpwstr>
  </property>
  <property fmtid="{D5CDD505-2E9C-101B-9397-08002B2CF9AE}" pid="5" name="MSIP_Label_a0f89cb5-682d-4be4-b0e0-739c9b4a93d4_SetDate">
    <vt:lpwstr>2025-12-06T10:43:04Z</vt:lpwstr>
  </property>
  <property fmtid="{D5CDD505-2E9C-101B-9397-08002B2CF9AE}" pid="6" name="MSIP_Label_a0f89cb5-682d-4be4-b0e0-739c9b4a93d4_Method">
    <vt:lpwstr>Standard</vt:lpwstr>
  </property>
  <property fmtid="{D5CDD505-2E9C-101B-9397-08002B2CF9AE}" pid="7" name="MSIP_Label_a0f89cb5-682d-4be4-b0e0-739c9b4a93d4_Name">
    <vt:lpwstr>Not Classified</vt:lpwstr>
  </property>
  <property fmtid="{D5CDD505-2E9C-101B-9397-08002B2CF9AE}" pid="8" name="MSIP_Label_a0f89cb5-682d-4be4-b0e0-739c9b4a93d4_SiteId">
    <vt:lpwstr>38305e12-e15d-4ee8-88b9-c4db1c477d76</vt:lpwstr>
  </property>
  <property fmtid="{D5CDD505-2E9C-101B-9397-08002B2CF9AE}" pid="9" name="MSIP_Label_a0f89cb5-682d-4be4-b0e0-739c9b4a93d4_ActionId">
    <vt:lpwstr>c0f4d966-db0f-4583-b949-766f3a28aea9</vt:lpwstr>
  </property>
  <property fmtid="{D5CDD505-2E9C-101B-9397-08002B2CF9AE}" pid="10" name="MSIP_Label_a0f89cb5-682d-4be4-b0e0-739c9b4a93d4_ContentBits">
    <vt:lpwstr>0</vt:lpwstr>
  </property>
  <property fmtid="{D5CDD505-2E9C-101B-9397-08002B2CF9AE}" pid="11" name="MSIP_Label_a0f89cb5-682d-4be4-b0e0-739c9b4a93d4_Tag">
    <vt:lpwstr>10, 3, 0, 1</vt:lpwstr>
  </property>
</Properties>
</file>